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0"/>
    <p:restoredTop sz="94658"/>
  </p:normalViewPr>
  <p:slideViewPr>
    <p:cSldViewPr snapToGrid="0">
      <p:cViewPr varScale="1">
        <p:scale>
          <a:sx n="120" d="100"/>
          <a:sy n="120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67.png"/><Relationship Id="rId7" Type="http://schemas.openxmlformats.org/officeDocument/2006/relationships/image" Target="../media/image50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10" Type="http://schemas.openxmlformats.org/officeDocument/2006/relationships/image" Target="../media/image72.svg"/><Relationship Id="rId4" Type="http://schemas.openxmlformats.org/officeDocument/2006/relationships/image" Target="../media/image68.svg"/><Relationship Id="rId9" Type="http://schemas.openxmlformats.org/officeDocument/2006/relationships/image" Target="../media/image71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10" Type="http://schemas.openxmlformats.org/officeDocument/2006/relationships/image" Target="../media/image83.svg"/><Relationship Id="rId4" Type="http://schemas.openxmlformats.org/officeDocument/2006/relationships/image" Target="../media/image77.svg"/><Relationship Id="rId9" Type="http://schemas.openxmlformats.org/officeDocument/2006/relationships/image" Target="../media/image8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67.png"/><Relationship Id="rId7" Type="http://schemas.openxmlformats.org/officeDocument/2006/relationships/image" Target="../media/image50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10" Type="http://schemas.openxmlformats.org/officeDocument/2006/relationships/image" Target="../media/image72.svg"/><Relationship Id="rId4" Type="http://schemas.openxmlformats.org/officeDocument/2006/relationships/image" Target="../media/image68.svg"/><Relationship Id="rId9" Type="http://schemas.openxmlformats.org/officeDocument/2006/relationships/image" Target="../media/image71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10" Type="http://schemas.openxmlformats.org/officeDocument/2006/relationships/image" Target="../media/image83.svg"/><Relationship Id="rId4" Type="http://schemas.openxmlformats.org/officeDocument/2006/relationships/image" Target="../media/image77.svg"/><Relationship Id="rId9" Type="http://schemas.openxmlformats.org/officeDocument/2006/relationships/image" Target="../media/image8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29AB7-FC28-473A-B1BB-E6AA7B387F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82919F-41A0-4FE0-9827-8B0E37281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eorgia" panose="02040502050405020303" pitchFamily="18" charset="0"/>
            </a:rPr>
            <a:t>Guide patrons effectively through archive navigation and finding aids</a:t>
          </a:r>
        </a:p>
      </dgm:t>
    </dgm:pt>
    <dgm:pt modelId="{FF43C9E9-5349-4237-9ED4-41A33710B612}" type="parTrans" cxnId="{BBFC020E-D4C4-4772-B7F1-2763242B0257}">
      <dgm:prSet/>
      <dgm:spPr/>
      <dgm:t>
        <a:bodyPr/>
        <a:lstStyle/>
        <a:p>
          <a:endParaRPr lang="en-US"/>
        </a:p>
      </dgm:t>
    </dgm:pt>
    <dgm:pt modelId="{37817E3D-DE1A-4337-859A-24C8BFD9268C}" type="sibTrans" cxnId="{BBFC020E-D4C4-4772-B7F1-2763242B0257}">
      <dgm:prSet phldrT="1" phldr="0"/>
      <dgm:spPr/>
      <dgm:t>
        <a:bodyPr/>
        <a:lstStyle/>
        <a:p>
          <a:endParaRPr lang="en-US"/>
        </a:p>
      </dgm:t>
    </dgm:pt>
    <dgm:pt modelId="{D00F9DF5-9629-4EBD-8D96-4DA1818075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eorgia" panose="02040502050405020303" pitchFamily="18" charset="0"/>
            </a:rPr>
            <a:t>Assist patrons with digital tools and technology resources</a:t>
          </a:r>
        </a:p>
      </dgm:t>
    </dgm:pt>
    <dgm:pt modelId="{3B7D52ED-323C-49E5-87E5-06299FFB021B}" type="parTrans" cxnId="{AC705C3C-3916-46B3-966F-2598995849CA}">
      <dgm:prSet/>
      <dgm:spPr/>
      <dgm:t>
        <a:bodyPr/>
        <a:lstStyle/>
        <a:p>
          <a:endParaRPr lang="en-US"/>
        </a:p>
      </dgm:t>
    </dgm:pt>
    <dgm:pt modelId="{72F5D768-B2B8-4966-A95F-5669CFB7628A}" type="sibTrans" cxnId="{AC705C3C-3916-46B3-966F-2598995849CA}">
      <dgm:prSet phldrT="2" phldr="0"/>
      <dgm:spPr/>
      <dgm:t>
        <a:bodyPr/>
        <a:lstStyle/>
        <a:p>
          <a:endParaRPr lang="en-US"/>
        </a:p>
      </dgm:t>
    </dgm:pt>
    <dgm:pt modelId="{9AE4875E-F374-4588-B87F-314D72F213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eorgia" panose="02040502050405020303" pitchFamily="18" charset="0"/>
            </a:rPr>
            <a:t>Implement accessibility and inclusivity best practices</a:t>
          </a:r>
        </a:p>
      </dgm:t>
    </dgm:pt>
    <dgm:pt modelId="{F5D54111-2283-426E-9BC4-0489BC57F399}" type="parTrans" cxnId="{E5CCD391-D9CC-4555-BC28-F81700953A91}">
      <dgm:prSet/>
      <dgm:spPr/>
      <dgm:t>
        <a:bodyPr/>
        <a:lstStyle/>
        <a:p>
          <a:endParaRPr lang="en-US"/>
        </a:p>
      </dgm:t>
    </dgm:pt>
    <dgm:pt modelId="{854E9523-0798-4AE3-A14C-ED54F46B569B}" type="sibTrans" cxnId="{E5CCD391-D9CC-4555-BC28-F81700953A91}">
      <dgm:prSet phldrT="3" phldr="0"/>
      <dgm:spPr/>
      <dgm:t>
        <a:bodyPr/>
        <a:lstStyle/>
        <a:p>
          <a:endParaRPr lang="en-US"/>
        </a:p>
      </dgm:t>
    </dgm:pt>
    <dgm:pt modelId="{74A3FE1F-E1EE-4576-B701-B6D66FDD0F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eorgia" panose="02040502050405020303" pitchFamily="18" charset="0"/>
            </a:rPr>
            <a:t>Apply professional customer service skills in archive settings</a:t>
          </a:r>
        </a:p>
      </dgm:t>
    </dgm:pt>
    <dgm:pt modelId="{2BD299F2-D552-4029-80AD-C3AA86DA6969}" type="parTrans" cxnId="{FB32EF3C-B08B-4B86-806A-3851A445CCA1}">
      <dgm:prSet/>
      <dgm:spPr/>
      <dgm:t>
        <a:bodyPr/>
        <a:lstStyle/>
        <a:p>
          <a:endParaRPr lang="en-US"/>
        </a:p>
      </dgm:t>
    </dgm:pt>
    <dgm:pt modelId="{CC1656CF-80EA-4C81-8CD9-89188ED991F8}" type="sibTrans" cxnId="{FB32EF3C-B08B-4B86-806A-3851A445CCA1}">
      <dgm:prSet phldrT="4" phldr="0"/>
      <dgm:spPr/>
      <dgm:t>
        <a:bodyPr/>
        <a:lstStyle/>
        <a:p>
          <a:endParaRPr lang="en-US"/>
        </a:p>
      </dgm:t>
    </dgm:pt>
    <dgm:pt modelId="{9DBBEC75-4445-4B6D-B5FE-D548743A2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Georgia" panose="02040502050405020303" pitchFamily="18" charset="0"/>
            </a:rPr>
            <a:t>Handle challenging patron situations with confidence</a:t>
          </a:r>
        </a:p>
      </dgm:t>
    </dgm:pt>
    <dgm:pt modelId="{BE0F08E9-C70B-488B-97EA-E3310E2D3D33}" type="parTrans" cxnId="{95F009AA-821C-4528-B3E2-F2BCE0230500}">
      <dgm:prSet/>
      <dgm:spPr/>
      <dgm:t>
        <a:bodyPr/>
        <a:lstStyle/>
        <a:p>
          <a:endParaRPr lang="en-US"/>
        </a:p>
      </dgm:t>
    </dgm:pt>
    <dgm:pt modelId="{91505F88-78E7-47DE-9B5F-AB873BEFEA3F}" type="sibTrans" cxnId="{95F009AA-821C-4528-B3E2-F2BCE0230500}">
      <dgm:prSet phldrT="5" phldr="0"/>
      <dgm:spPr/>
      <dgm:t>
        <a:bodyPr/>
        <a:lstStyle/>
        <a:p>
          <a:endParaRPr lang="en-US"/>
        </a:p>
      </dgm:t>
    </dgm:pt>
    <dgm:pt modelId="{30070749-B6C9-4FCA-978A-2C3C4972A484}" type="pres">
      <dgm:prSet presAssocID="{AC029AB7-FC28-473A-B1BB-E6AA7B387F30}" presName="root" presStyleCnt="0">
        <dgm:presLayoutVars>
          <dgm:dir/>
          <dgm:resizeHandles val="exact"/>
        </dgm:presLayoutVars>
      </dgm:prSet>
      <dgm:spPr/>
    </dgm:pt>
    <dgm:pt modelId="{A59E16A9-9F9B-478E-A270-96473945A88C}" type="pres">
      <dgm:prSet presAssocID="{9982919F-41A0-4FE0-9827-8B0E3728144A}" presName="compNode" presStyleCnt="0"/>
      <dgm:spPr/>
    </dgm:pt>
    <dgm:pt modelId="{334A33D6-D1F9-4AD3-A7D4-31E209808421}" type="pres">
      <dgm:prSet presAssocID="{9982919F-41A0-4FE0-9827-8B0E3728144A}" presName="bgRect" presStyleLbl="bgShp" presStyleIdx="0" presStyleCnt="5"/>
      <dgm:spPr/>
    </dgm:pt>
    <dgm:pt modelId="{5099E83A-DBEE-4672-B3CB-031BA816BCAF}" type="pres">
      <dgm:prSet presAssocID="{9982919F-41A0-4FE0-9827-8B0E3728144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90337E-6947-421C-99F9-A07B2027035E}" type="pres">
      <dgm:prSet presAssocID="{9982919F-41A0-4FE0-9827-8B0E3728144A}" presName="spaceRect" presStyleCnt="0"/>
      <dgm:spPr/>
    </dgm:pt>
    <dgm:pt modelId="{B77AF732-9E51-48E8-8A23-47A8C896F22A}" type="pres">
      <dgm:prSet presAssocID="{9982919F-41A0-4FE0-9827-8B0E3728144A}" presName="parTx" presStyleLbl="revTx" presStyleIdx="0" presStyleCnt="5">
        <dgm:presLayoutVars>
          <dgm:chMax val="0"/>
          <dgm:chPref val="0"/>
        </dgm:presLayoutVars>
      </dgm:prSet>
      <dgm:spPr/>
    </dgm:pt>
    <dgm:pt modelId="{4E080937-EA83-4BF0-BB33-6F63B5B93C14}" type="pres">
      <dgm:prSet presAssocID="{37817E3D-DE1A-4337-859A-24C8BFD9268C}" presName="sibTrans" presStyleCnt="0"/>
      <dgm:spPr/>
    </dgm:pt>
    <dgm:pt modelId="{A8BD5243-E9A7-4834-9CC0-4842E3C97EA2}" type="pres">
      <dgm:prSet presAssocID="{D00F9DF5-9629-4EBD-8D96-4DA1818075AB}" presName="compNode" presStyleCnt="0"/>
      <dgm:spPr/>
    </dgm:pt>
    <dgm:pt modelId="{B2C7E214-F2A9-49C1-8A34-6AD22CAFC69B}" type="pres">
      <dgm:prSet presAssocID="{D00F9DF5-9629-4EBD-8D96-4DA1818075AB}" presName="bgRect" presStyleLbl="bgShp" presStyleIdx="1" presStyleCnt="5"/>
      <dgm:spPr/>
    </dgm:pt>
    <dgm:pt modelId="{8A5EC2EC-6896-4F00-A4DE-5A2FCFC57655}" type="pres">
      <dgm:prSet presAssocID="{D00F9DF5-9629-4EBD-8D96-4DA1818075A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295AF56-462B-4137-A915-31B5D598F68B}" type="pres">
      <dgm:prSet presAssocID="{D00F9DF5-9629-4EBD-8D96-4DA1818075AB}" presName="spaceRect" presStyleCnt="0"/>
      <dgm:spPr/>
    </dgm:pt>
    <dgm:pt modelId="{C89189AF-D90E-4111-8E78-4CD4F47EA5D6}" type="pres">
      <dgm:prSet presAssocID="{D00F9DF5-9629-4EBD-8D96-4DA1818075AB}" presName="parTx" presStyleLbl="revTx" presStyleIdx="1" presStyleCnt="5">
        <dgm:presLayoutVars>
          <dgm:chMax val="0"/>
          <dgm:chPref val="0"/>
        </dgm:presLayoutVars>
      </dgm:prSet>
      <dgm:spPr/>
    </dgm:pt>
    <dgm:pt modelId="{5BAAEBEB-8EE9-4CCE-B362-0C103809F02C}" type="pres">
      <dgm:prSet presAssocID="{72F5D768-B2B8-4966-A95F-5669CFB7628A}" presName="sibTrans" presStyleCnt="0"/>
      <dgm:spPr/>
    </dgm:pt>
    <dgm:pt modelId="{73478AF2-2327-4AD4-A89F-43D86A5A7FBB}" type="pres">
      <dgm:prSet presAssocID="{9AE4875E-F374-4588-B87F-314D72F2139A}" presName="compNode" presStyleCnt="0"/>
      <dgm:spPr/>
    </dgm:pt>
    <dgm:pt modelId="{3254347B-307B-485B-AC8B-9FD22DA60BC0}" type="pres">
      <dgm:prSet presAssocID="{9AE4875E-F374-4588-B87F-314D72F2139A}" presName="bgRect" presStyleLbl="bgShp" presStyleIdx="2" presStyleCnt="5"/>
      <dgm:spPr/>
    </dgm:pt>
    <dgm:pt modelId="{7BB74CEF-4833-47F4-8148-931E150142E5}" type="pres">
      <dgm:prSet presAssocID="{9AE4875E-F374-4588-B87F-314D72F2139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E5ED1B-155C-4A4C-8BAC-9E11F014AC29}" type="pres">
      <dgm:prSet presAssocID="{9AE4875E-F374-4588-B87F-314D72F2139A}" presName="spaceRect" presStyleCnt="0"/>
      <dgm:spPr/>
    </dgm:pt>
    <dgm:pt modelId="{6E94FD65-2D61-440C-B763-DC2D2A4B7068}" type="pres">
      <dgm:prSet presAssocID="{9AE4875E-F374-4588-B87F-314D72F2139A}" presName="parTx" presStyleLbl="revTx" presStyleIdx="2" presStyleCnt="5">
        <dgm:presLayoutVars>
          <dgm:chMax val="0"/>
          <dgm:chPref val="0"/>
        </dgm:presLayoutVars>
      </dgm:prSet>
      <dgm:spPr/>
    </dgm:pt>
    <dgm:pt modelId="{F0CB91F3-8A1A-4FC2-8136-DE8CE96533B8}" type="pres">
      <dgm:prSet presAssocID="{854E9523-0798-4AE3-A14C-ED54F46B569B}" presName="sibTrans" presStyleCnt="0"/>
      <dgm:spPr/>
    </dgm:pt>
    <dgm:pt modelId="{8FF53241-3CB9-41BB-813F-B24AA7B85BFE}" type="pres">
      <dgm:prSet presAssocID="{74A3FE1F-E1EE-4576-B701-B6D66FDD0FF2}" presName="compNode" presStyleCnt="0"/>
      <dgm:spPr/>
    </dgm:pt>
    <dgm:pt modelId="{C1DF6156-48FA-40A7-9B45-E1F670720728}" type="pres">
      <dgm:prSet presAssocID="{74A3FE1F-E1EE-4576-B701-B6D66FDD0FF2}" presName="bgRect" presStyleLbl="bgShp" presStyleIdx="3" presStyleCnt="5"/>
      <dgm:spPr/>
    </dgm:pt>
    <dgm:pt modelId="{D21658A3-8D7F-4407-B455-B8F9A89CEBAE}" type="pres">
      <dgm:prSet presAssocID="{74A3FE1F-E1EE-4576-B701-B6D66FDD0FF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B6D0AA2-120F-436B-A523-39480D3CFF7D}" type="pres">
      <dgm:prSet presAssocID="{74A3FE1F-E1EE-4576-B701-B6D66FDD0FF2}" presName="spaceRect" presStyleCnt="0"/>
      <dgm:spPr/>
    </dgm:pt>
    <dgm:pt modelId="{9DE1AC99-A346-479E-8444-5AD1BBA823E1}" type="pres">
      <dgm:prSet presAssocID="{74A3FE1F-E1EE-4576-B701-B6D66FDD0FF2}" presName="parTx" presStyleLbl="revTx" presStyleIdx="3" presStyleCnt="5">
        <dgm:presLayoutVars>
          <dgm:chMax val="0"/>
          <dgm:chPref val="0"/>
        </dgm:presLayoutVars>
      </dgm:prSet>
      <dgm:spPr/>
    </dgm:pt>
    <dgm:pt modelId="{28789334-AF7A-4C54-A639-F6AB15481866}" type="pres">
      <dgm:prSet presAssocID="{CC1656CF-80EA-4C81-8CD9-89188ED991F8}" presName="sibTrans" presStyleCnt="0"/>
      <dgm:spPr/>
    </dgm:pt>
    <dgm:pt modelId="{23A8C0E7-976E-436C-80F7-26B249279B19}" type="pres">
      <dgm:prSet presAssocID="{9DBBEC75-4445-4B6D-B5FE-D548743A2B14}" presName="compNode" presStyleCnt="0"/>
      <dgm:spPr/>
    </dgm:pt>
    <dgm:pt modelId="{870EBA41-EBA5-4D92-95E8-EA4633125D1F}" type="pres">
      <dgm:prSet presAssocID="{9DBBEC75-4445-4B6D-B5FE-D548743A2B14}" presName="bgRect" presStyleLbl="bgShp" presStyleIdx="4" presStyleCnt="5"/>
      <dgm:spPr/>
    </dgm:pt>
    <dgm:pt modelId="{7D74055E-0FA1-493D-8390-62E81383F7E1}" type="pres">
      <dgm:prSet presAssocID="{9DBBEC75-4445-4B6D-B5FE-D548743A2B1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2AB4323-326A-49E3-A203-F37BA11BDAC1}" type="pres">
      <dgm:prSet presAssocID="{9DBBEC75-4445-4B6D-B5FE-D548743A2B14}" presName="spaceRect" presStyleCnt="0"/>
      <dgm:spPr/>
    </dgm:pt>
    <dgm:pt modelId="{77C9BE67-F0C0-4AF1-8F73-01BEA87F551D}" type="pres">
      <dgm:prSet presAssocID="{9DBBEC75-4445-4B6D-B5FE-D548743A2B1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BFC020E-D4C4-4772-B7F1-2763242B0257}" srcId="{AC029AB7-FC28-473A-B1BB-E6AA7B387F30}" destId="{9982919F-41A0-4FE0-9827-8B0E3728144A}" srcOrd="0" destOrd="0" parTransId="{FF43C9E9-5349-4237-9ED4-41A33710B612}" sibTransId="{37817E3D-DE1A-4337-859A-24C8BFD9268C}"/>
    <dgm:cxn modelId="{33C61F26-4507-7A4F-9379-E05E2727FF80}" type="presOf" srcId="{9AE4875E-F374-4588-B87F-314D72F2139A}" destId="{6E94FD65-2D61-440C-B763-DC2D2A4B7068}" srcOrd="0" destOrd="0" presId="urn:microsoft.com/office/officeart/2018/2/layout/IconVerticalSolidList"/>
    <dgm:cxn modelId="{B45F472A-9E93-0340-BB38-662A580084FA}" type="presOf" srcId="{9DBBEC75-4445-4B6D-B5FE-D548743A2B14}" destId="{77C9BE67-F0C0-4AF1-8F73-01BEA87F551D}" srcOrd="0" destOrd="0" presId="urn:microsoft.com/office/officeart/2018/2/layout/IconVerticalSolidList"/>
    <dgm:cxn modelId="{AC705C3C-3916-46B3-966F-2598995849CA}" srcId="{AC029AB7-FC28-473A-B1BB-E6AA7B387F30}" destId="{D00F9DF5-9629-4EBD-8D96-4DA1818075AB}" srcOrd="1" destOrd="0" parTransId="{3B7D52ED-323C-49E5-87E5-06299FFB021B}" sibTransId="{72F5D768-B2B8-4966-A95F-5669CFB7628A}"/>
    <dgm:cxn modelId="{FB32EF3C-B08B-4B86-806A-3851A445CCA1}" srcId="{AC029AB7-FC28-473A-B1BB-E6AA7B387F30}" destId="{74A3FE1F-E1EE-4576-B701-B6D66FDD0FF2}" srcOrd="3" destOrd="0" parTransId="{2BD299F2-D552-4029-80AD-C3AA86DA6969}" sibTransId="{CC1656CF-80EA-4C81-8CD9-89188ED991F8}"/>
    <dgm:cxn modelId="{E5CCD391-D9CC-4555-BC28-F81700953A91}" srcId="{AC029AB7-FC28-473A-B1BB-E6AA7B387F30}" destId="{9AE4875E-F374-4588-B87F-314D72F2139A}" srcOrd="2" destOrd="0" parTransId="{F5D54111-2283-426E-9BC4-0489BC57F399}" sibTransId="{854E9523-0798-4AE3-A14C-ED54F46B569B}"/>
    <dgm:cxn modelId="{F87A0496-11E5-A042-8A98-99916B42E54E}" type="presOf" srcId="{9982919F-41A0-4FE0-9827-8B0E3728144A}" destId="{B77AF732-9E51-48E8-8A23-47A8C896F22A}" srcOrd="0" destOrd="0" presId="urn:microsoft.com/office/officeart/2018/2/layout/IconVerticalSolidList"/>
    <dgm:cxn modelId="{DA0E579F-1231-0A4C-8A24-3C959E577059}" type="presOf" srcId="{D00F9DF5-9629-4EBD-8D96-4DA1818075AB}" destId="{C89189AF-D90E-4111-8E78-4CD4F47EA5D6}" srcOrd="0" destOrd="0" presId="urn:microsoft.com/office/officeart/2018/2/layout/IconVerticalSolidList"/>
    <dgm:cxn modelId="{95F009AA-821C-4528-B3E2-F2BCE0230500}" srcId="{AC029AB7-FC28-473A-B1BB-E6AA7B387F30}" destId="{9DBBEC75-4445-4B6D-B5FE-D548743A2B14}" srcOrd="4" destOrd="0" parTransId="{BE0F08E9-C70B-488B-97EA-E3310E2D3D33}" sibTransId="{91505F88-78E7-47DE-9B5F-AB873BEFEA3F}"/>
    <dgm:cxn modelId="{A2C613BA-4BAD-7B43-A14B-1C2D178B951D}" type="presOf" srcId="{AC029AB7-FC28-473A-B1BB-E6AA7B387F30}" destId="{30070749-B6C9-4FCA-978A-2C3C4972A484}" srcOrd="0" destOrd="0" presId="urn:microsoft.com/office/officeart/2018/2/layout/IconVerticalSolidList"/>
    <dgm:cxn modelId="{4C5CB8F3-9CFD-E544-9DED-E79A913123E9}" type="presOf" srcId="{74A3FE1F-E1EE-4576-B701-B6D66FDD0FF2}" destId="{9DE1AC99-A346-479E-8444-5AD1BBA823E1}" srcOrd="0" destOrd="0" presId="urn:microsoft.com/office/officeart/2018/2/layout/IconVerticalSolidList"/>
    <dgm:cxn modelId="{F52C1A6E-3051-B048-AF85-AFB047DB0CA3}" type="presParOf" srcId="{30070749-B6C9-4FCA-978A-2C3C4972A484}" destId="{A59E16A9-9F9B-478E-A270-96473945A88C}" srcOrd="0" destOrd="0" presId="urn:microsoft.com/office/officeart/2018/2/layout/IconVerticalSolidList"/>
    <dgm:cxn modelId="{83466E27-B7BD-2048-BBBD-0D098326539B}" type="presParOf" srcId="{A59E16A9-9F9B-478E-A270-96473945A88C}" destId="{334A33D6-D1F9-4AD3-A7D4-31E209808421}" srcOrd="0" destOrd="0" presId="urn:microsoft.com/office/officeart/2018/2/layout/IconVerticalSolidList"/>
    <dgm:cxn modelId="{1202872D-1C47-8A40-B0B0-D80B93C77911}" type="presParOf" srcId="{A59E16A9-9F9B-478E-A270-96473945A88C}" destId="{5099E83A-DBEE-4672-B3CB-031BA816BCAF}" srcOrd="1" destOrd="0" presId="urn:microsoft.com/office/officeart/2018/2/layout/IconVerticalSolidList"/>
    <dgm:cxn modelId="{234EE5E4-68CA-3542-AFF3-19BB046BA507}" type="presParOf" srcId="{A59E16A9-9F9B-478E-A270-96473945A88C}" destId="{9690337E-6947-421C-99F9-A07B2027035E}" srcOrd="2" destOrd="0" presId="urn:microsoft.com/office/officeart/2018/2/layout/IconVerticalSolidList"/>
    <dgm:cxn modelId="{2D3686AB-8EC2-0C4A-BD87-E41D6B127994}" type="presParOf" srcId="{A59E16A9-9F9B-478E-A270-96473945A88C}" destId="{B77AF732-9E51-48E8-8A23-47A8C896F22A}" srcOrd="3" destOrd="0" presId="urn:microsoft.com/office/officeart/2018/2/layout/IconVerticalSolidList"/>
    <dgm:cxn modelId="{292CF5CD-C96B-2C4F-9499-F1DC0270A6CF}" type="presParOf" srcId="{30070749-B6C9-4FCA-978A-2C3C4972A484}" destId="{4E080937-EA83-4BF0-BB33-6F63B5B93C14}" srcOrd="1" destOrd="0" presId="urn:microsoft.com/office/officeart/2018/2/layout/IconVerticalSolidList"/>
    <dgm:cxn modelId="{A870BDE2-37D6-3747-84A7-A4EABE7C44EF}" type="presParOf" srcId="{30070749-B6C9-4FCA-978A-2C3C4972A484}" destId="{A8BD5243-E9A7-4834-9CC0-4842E3C97EA2}" srcOrd="2" destOrd="0" presId="urn:microsoft.com/office/officeart/2018/2/layout/IconVerticalSolidList"/>
    <dgm:cxn modelId="{4A01814D-63BE-174A-BC04-BA6490ADC914}" type="presParOf" srcId="{A8BD5243-E9A7-4834-9CC0-4842E3C97EA2}" destId="{B2C7E214-F2A9-49C1-8A34-6AD22CAFC69B}" srcOrd="0" destOrd="0" presId="urn:microsoft.com/office/officeart/2018/2/layout/IconVerticalSolidList"/>
    <dgm:cxn modelId="{0C1AF9E8-8D39-814F-B57C-E86889689226}" type="presParOf" srcId="{A8BD5243-E9A7-4834-9CC0-4842E3C97EA2}" destId="{8A5EC2EC-6896-4F00-A4DE-5A2FCFC57655}" srcOrd="1" destOrd="0" presId="urn:microsoft.com/office/officeart/2018/2/layout/IconVerticalSolidList"/>
    <dgm:cxn modelId="{59A71141-02AC-4840-B70B-3FB8B99FC442}" type="presParOf" srcId="{A8BD5243-E9A7-4834-9CC0-4842E3C97EA2}" destId="{1295AF56-462B-4137-A915-31B5D598F68B}" srcOrd="2" destOrd="0" presId="urn:microsoft.com/office/officeart/2018/2/layout/IconVerticalSolidList"/>
    <dgm:cxn modelId="{0C389D8B-7D07-8A43-816B-88D80775F017}" type="presParOf" srcId="{A8BD5243-E9A7-4834-9CC0-4842E3C97EA2}" destId="{C89189AF-D90E-4111-8E78-4CD4F47EA5D6}" srcOrd="3" destOrd="0" presId="urn:microsoft.com/office/officeart/2018/2/layout/IconVerticalSolidList"/>
    <dgm:cxn modelId="{37EF4985-86B9-3C46-8787-7A8BB288053F}" type="presParOf" srcId="{30070749-B6C9-4FCA-978A-2C3C4972A484}" destId="{5BAAEBEB-8EE9-4CCE-B362-0C103809F02C}" srcOrd="3" destOrd="0" presId="urn:microsoft.com/office/officeart/2018/2/layout/IconVerticalSolidList"/>
    <dgm:cxn modelId="{552FD4C9-0818-BB47-9696-8DCCF69B96EB}" type="presParOf" srcId="{30070749-B6C9-4FCA-978A-2C3C4972A484}" destId="{73478AF2-2327-4AD4-A89F-43D86A5A7FBB}" srcOrd="4" destOrd="0" presId="urn:microsoft.com/office/officeart/2018/2/layout/IconVerticalSolidList"/>
    <dgm:cxn modelId="{415DD318-3A57-9C4F-811C-170D18E4637F}" type="presParOf" srcId="{73478AF2-2327-4AD4-A89F-43D86A5A7FBB}" destId="{3254347B-307B-485B-AC8B-9FD22DA60BC0}" srcOrd="0" destOrd="0" presId="urn:microsoft.com/office/officeart/2018/2/layout/IconVerticalSolidList"/>
    <dgm:cxn modelId="{8CB68CF2-7B76-3849-9CCA-C8B8B8D23C2C}" type="presParOf" srcId="{73478AF2-2327-4AD4-A89F-43D86A5A7FBB}" destId="{7BB74CEF-4833-47F4-8148-931E150142E5}" srcOrd="1" destOrd="0" presId="urn:microsoft.com/office/officeart/2018/2/layout/IconVerticalSolidList"/>
    <dgm:cxn modelId="{CDBB7A3D-C29E-9743-8A69-02A5EAA496F1}" type="presParOf" srcId="{73478AF2-2327-4AD4-A89F-43D86A5A7FBB}" destId="{20E5ED1B-155C-4A4C-8BAC-9E11F014AC29}" srcOrd="2" destOrd="0" presId="urn:microsoft.com/office/officeart/2018/2/layout/IconVerticalSolidList"/>
    <dgm:cxn modelId="{6D01C90B-1B4C-3B4A-B7AC-66027D3E85FF}" type="presParOf" srcId="{73478AF2-2327-4AD4-A89F-43D86A5A7FBB}" destId="{6E94FD65-2D61-440C-B763-DC2D2A4B7068}" srcOrd="3" destOrd="0" presId="urn:microsoft.com/office/officeart/2018/2/layout/IconVerticalSolidList"/>
    <dgm:cxn modelId="{C26C0A76-2F01-DD4B-A186-1B127A16B075}" type="presParOf" srcId="{30070749-B6C9-4FCA-978A-2C3C4972A484}" destId="{F0CB91F3-8A1A-4FC2-8136-DE8CE96533B8}" srcOrd="5" destOrd="0" presId="urn:microsoft.com/office/officeart/2018/2/layout/IconVerticalSolidList"/>
    <dgm:cxn modelId="{F9990177-9574-1549-9874-6AB1DC500B0E}" type="presParOf" srcId="{30070749-B6C9-4FCA-978A-2C3C4972A484}" destId="{8FF53241-3CB9-41BB-813F-B24AA7B85BFE}" srcOrd="6" destOrd="0" presId="urn:microsoft.com/office/officeart/2018/2/layout/IconVerticalSolidList"/>
    <dgm:cxn modelId="{95D98E20-DA19-794E-8F81-F9AF7B6198A2}" type="presParOf" srcId="{8FF53241-3CB9-41BB-813F-B24AA7B85BFE}" destId="{C1DF6156-48FA-40A7-9B45-E1F670720728}" srcOrd="0" destOrd="0" presId="urn:microsoft.com/office/officeart/2018/2/layout/IconVerticalSolidList"/>
    <dgm:cxn modelId="{27BD5A00-DF18-3349-BD40-D10AF95F41FF}" type="presParOf" srcId="{8FF53241-3CB9-41BB-813F-B24AA7B85BFE}" destId="{D21658A3-8D7F-4407-B455-B8F9A89CEBAE}" srcOrd="1" destOrd="0" presId="urn:microsoft.com/office/officeart/2018/2/layout/IconVerticalSolidList"/>
    <dgm:cxn modelId="{CAFA259C-E368-2145-BFA5-CBE82EF57366}" type="presParOf" srcId="{8FF53241-3CB9-41BB-813F-B24AA7B85BFE}" destId="{4B6D0AA2-120F-436B-A523-39480D3CFF7D}" srcOrd="2" destOrd="0" presId="urn:microsoft.com/office/officeart/2018/2/layout/IconVerticalSolidList"/>
    <dgm:cxn modelId="{F0349DCB-7BA9-2E45-93B4-E8D73008627A}" type="presParOf" srcId="{8FF53241-3CB9-41BB-813F-B24AA7B85BFE}" destId="{9DE1AC99-A346-479E-8444-5AD1BBA823E1}" srcOrd="3" destOrd="0" presId="urn:microsoft.com/office/officeart/2018/2/layout/IconVerticalSolidList"/>
    <dgm:cxn modelId="{1E112967-4730-CB4D-8C38-B8AA83006701}" type="presParOf" srcId="{30070749-B6C9-4FCA-978A-2C3C4972A484}" destId="{28789334-AF7A-4C54-A639-F6AB15481866}" srcOrd="7" destOrd="0" presId="urn:microsoft.com/office/officeart/2018/2/layout/IconVerticalSolidList"/>
    <dgm:cxn modelId="{59AEC52F-B002-C346-804C-E558B302B145}" type="presParOf" srcId="{30070749-B6C9-4FCA-978A-2C3C4972A484}" destId="{23A8C0E7-976E-436C-80F7-26B249279B19}" srcOrd="8" destOrd="0" presId="urn:microsoft.com/office/officeart/2018/2/layout/IconVerticalSolidList"/>
    <dgm:cxn modelId="{96406AF0-5F35-FB49-96F1-71DC9A55C0C6}" type="presParOf" srcId="{23A8C0E7-976E-436C-80F7-26B249279B19}" destId="{870EBA41-EBA5-4D92-95E8-EA4633125D1F}" srcOrd="0" destOrd="0" presId="urn:microsoft.com/office/officeart/2018/2/layout/IconVerticalSolidList"/>
    <dgm:cxn modelId="{6B218A7C-6953-0141-9166-76983722C709}" type="presParOf" srcId="{23A8C0E7-976E-436C-80F7-26B249279B19}" destId="{7D74055E-0FA1-493D-8390-62E81383F7E1}" srcOrd="1" destOrd="0" presId="urn:microsoft.com/office/officeart/2018/2/layout/IconVerticalSolidList"/>
    <dgm:cxn modelId="{62FF116D-93B3-F741-8F32-AF237D6DFC4A}" type="presParOf" srcId="{23A8C0E7-976E-436C-80F7-26B249279B19}" destId="{92AB4323-326A-49E3-A203-F37BA11BDAC1}" srcOrd="2" destOrd="0" presId="urn:microsoft.com/office/officeart/2018/2/layout/IconVerticalSolidList"/>
    <dgm:cxn modelId="{B239D64F-EC9B-F644-BFDA-AFA39C6F314A}" type="presParOf" srcId="{23A8C0E7-976E-436C-80F7-26B249279B19}" destId="{77C9BE67-F0C0-4AF1-8F73-01BEA87F55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8B76F3-9F42-47E3-A68C-2196EE3B014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5F56B48-1337-42A0-B08D-E61BC64BE2F7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Initial Consultation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Discuss research goals and topics</a:t>
          </a:r>
        </a:p>
      </dgm:t>
    </dgm:pt>
    <dgm:pt modelId="{E61AA46D-402F-4D71-A5D0-6F71A108E68A}" type="parTrans" cxnId="{02430EA0-6838-47BE-AECB-548DEE4EBA20}">
      <dgm:prSet/>
      <dgm:spPr/>
      <dgm:t>
        <a:bodyPr/>
        <a:lstStyle/>
        <a:p>
          <a:endParaRPr lang="en-US"/>
        </a:p>
      </dgm:t>
    </dgm:pt>
    <dgm:pt modelId="{474268D4-41ED-4780-9542-D0517A90A055}" type="sibTrans" cxnId="{02430EA0-6838-47BE-AECB-548DEE4EBA20}">
      <dgm:prSet/>
      <dgm:spPr/>
      <dgm:t>
        <a:bodyPr/>
        <a:lstStyle/>
        <a:p>
          <a:endParaRPr lang="en-US"/>
        </a:p>
      </dgm:t>
    </dgm:pt>
    <dgm:pt modelId="{8E2456A1-4F63-44B2-9D57-EE14DDA5D7FB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Collection Assessment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Identify relevant holdings</a:t>
          </a:r>
        </a:p>
      </dgm:t>
    </dgm:pt>
    <dgm:pt modelId="{D09A2FD5-CF85-44A1-B5BC-910B96C5F277}" type="parTrans" cxnId="{698CA930-E406-4FDB-9474-AB538F00A645}">
      <dgm:prSet/>
      <dgm:spPr/>
      <dgm:t>
        <a:bodyPr/>
        <a:lstStyle/>
        <a:p>
          <a:endParaRPr lang="en-US"/>
        </a:p>
      </dgm:t>
    </dgm:pt>
    <dgm:pt modelId="{355A69C8-233D-4A59-B0ED-2E0567F36640}" type="sibTrans" cxnId="{698CA930-E406-4FDB-9474-AB538F00A645}">
      <dgm:prSet/>
      <dgm:spPr/>
      <dgm:t>
        <a:bodyPr/>
        <a:lstStyle/>
        <a:p>
          <a:endParaRPr lang="en-US"/>
        </a:p>
      </dgm:t>
    </dgm:pt>
    <dgm:pt modelId="{BF706984-CB8D-4F96-A836-BB1811FE9B33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Finding Aid Review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Walk through relevant finding aids</a:t>
          </a:r>
        </a:p>
      </dgm:t>
    </dgm:pt>
    <dgm:pt modelId="{02E84EAE-3CCB-464D-A233-8D0209EFD215}" type="parTrans" cxnId="{01881DCD-6E44-454C-838D-0D193BA4A316}">
      <dgm:prSet/>
      <dgm:spPr/>
      <dgm:t>
        <a:bodyPr/>
        <a:lstStyle/>
        <a:p>
          <a:endParaRPr lang="en-US"/>
        </a:p>
      </dgm:t>
    </dgm:pt>
    <dgm:pt modelId="{3466CE44-9896-46F9-8F16-430C88ACA302}" type="sibTrans" cxnId="{01881DCD-6E44-454C-838D-0D193BA4A316}">
      <dgm:prSet/>
      <dgm:spPr/>
      <dgm:t>
        <a:bodyPr/>
        <a:lstStyle/>
        <a:p>
          <a:endParaRPr lang="en-US"/>
        </a:p>
      </dgm:t>
    </dgm:pt>
    <dgm:pt modelId="{1B8E5393-F52E-421C-AA4F-AAB12568B09D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Material Retrieval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Explain request procedures</a:t>
          </a:r>
        </a:p>
      </dgm:t>
    </dgm:pt>
    <dgm:pt modelId="{5B7842CB-92B7-4A31-B373-2B896F2AA9B1}" type="parTrans" cxnId="{0CCDDB72-3689-440C-98FA-D4D5560E3A6F}">
      <dgm:prSet/>
      <dgm:spPr/>
      <dgm:t>
        <a:bodyPr/>
        <a:lstStyle/>
        <a:p>
          <a:endParaRPr lang="en-US"/>
        </a:p>
      </dgm:t>
    </dgm:pt>
    <dgm:pt modelId="{66FFEA67-D7C1-4FAA-8167-BF7152D5F1DE}" type="sibTrans" cxnId="{0CCDDB72-3689-440C-98FA-D4D5560E3A6F}">
      <dgm:prSet/>
      <dgm:spPr/>
      <dgm:t>
        <a:bodyPr/>
        <a:lstStyle/>
        <a:p>
          <a:endParaRPr lang="en-US"/>
        </a:p>
      </dgm:t>
    </dgm:pt>
    <dgm:pt modelId="{4105BAEA-E577-4E80-B324-170FA3659E2C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Research Space Tour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Orient to facilities and policies</a:t>
          </a:r>
        </a:p>
      </dgm:t>
    </dgm:pt>
    <dgm:pt modelId="{DF1778A2-D88A-4A8B-93ED-37D366DC777D}" type="parTrans" cxnId="{ABB1DC0C-2A9B-4E3B-99B3-F8D31834B0B9}">
      <dgm:prSet/>
      <dgm:spPr/>
      <dgm:t>
        <a:bodyPr/>
        <a:lstStyle/>
        <a:p>
          <a:endParaRPr lang="en-US"/>
        </a:p>
      </dgm:t>
    </dgm:pt>
    <dgm:pt modelId="{9013E3CE-3E1E-44E5-9B22-E118A304FC83}" type="sibTrans" cxnId="{ABB1DC0C-2A9B-4E3B-99B3-F8D31834B0B9}">
      <dgm:prSet/>
      <dgm:spPr/>
      <dgm:t>
        <a:bodyPr/>
        <a:lstStyle/>
        <a:p>
          <a:endParaRPr lang="en-US"/>
        </a:p>
      </dgm:t>
    </dgm:pt>
    <dgm:pt modelId="{DE70D110-A75D-8B4A-A35F-2A192A3C476D}" type="pres">
      <dgm:prSet presAssocID="{638B76F3-9F42-47E3-A68C-2196EE3B014A}" presName="Name0" presStyleCnt="0">
        <dgm:presLayoutVars>
          <dgm:dir/>
          <dgm:resizeHandles val="exact"/>
        </dgm:presLayoutVars>
      </dgm:prSet>
      <dgm:spPr/>
    </dgm:pt>
    <dgm:pt modelId="{6D986472-0B81-B740-ABA0-0402E1717A10}" type="pres">
      <dgm:prSet presAssocID="{D5F56B48-1337-42A0-B08D-E61BC64BE2F7}" presName="node" presStyleLbl="node1" presStyleIdx="0" presStyleCnt="5">
        <dgm:presLayoutVars>
          <dgm:bulletEnabled val="1"/>
        </dgm:presLayoutVars>
      </dgm:prSet>
      <dgm:spPr/>
    </dgm:pt>
    <dgm:pt modelId="{23616107-F27A-674F-8BE5-850B49CD2DB8}" type="pres">
      <dgm:prSet presAssocID="{474268D4-41ED-4780-9542-D0517A90A055}" presName="sibTrans" presStyleLbl="sibTrans1D1" presStyleIdx="0" presStyleCnt="4"/>
      <dgm:spPr/>
    </dgm:pt>
    <dgm:pt modelId="{6EEBD9B3-1879-A042-805D-A497455E7277}" type="pres">
      <dgm:prSet presAssocID="{474268D4-41ED-4780-9542-D0517A90A055}" presName="connectorText" presStyleLbl="sibTrans1D1" presStyleIdx="0" presStyleCnt="4"/>
      <dgm:spPr/>
    </dgm:pt>
    <dgm:pt modelId="{420A3FF7-E156-8942-8B5E-817BA8CAEB95}" type="pres">
      <dgm:prSet presAssocID="{8E2456A1-4F63-44B2-9D57-EE14DDA5D7FB}" presName="node" presStyleLbl="node1" presStyleIdx="1" presStyleCnt="5">
        <dgm:presLayoutVars>
          <dgm:bulletEnabled val="1"/>
        </dgm:presLayoutVars>
      </dgm:prSet>
      <dgm:spPr/>
    </dgm:pt>
    <dgm:pt modelId="{BE260DD7-F749-2749-BAFC-C6CCE9D5B013}" type="pres">
      <dgm:prSet presAssocID="{355A69C8-233D-4A59-B0ED-2E0567F36640}" presName="sibTrans" presStyleLbl="sibTrans1D1" presStyleIdx="1" presStyleCnt="4"/>
      <dgm:spPr/>
    </dgm:pt>
    <dgm:pt modelId="{97C9FC01-8F5E-7644-B828-8D6883B4475B}" type="pres">
      <dgm:prSet presAssocID="{355A69C8-233D-4A59-B0ED-2E0567F36640}" presName="connectorText" presStyleLbl="sibTrans1D1" presStyleIdx="1" presStyleCnt="4"/>
      <dgm:spPr/>
    </dgm:pt>
    <dgm:pt modelId="{6DB4FDCE-BB7D-D845-9BD0-E09859A52664}" type="pres">
      <dgm:prSet presAssocID="{BF706984-CB8D-4F96-A836-BB1811FE9B33}" presName="node" presStyleLbl="node1" presStyleIdx="2" presStyleCnt="5">
        <dgm:presLayoutVars>
          <dgm:bulletEnabled val="1"/>
        </dgm:presLayoutVars>
      </dgm:prSet>
      <dgm:spPr/>
    </dgm:pt>
    <dgm:pt modelId="{B47A8DAF-55E7-9F47-BA55-BB00B3A6DA3B}" type="pres">
      <dgm:prSet presAssocID="{3466CE44-9896-46F9-8F16-430C88ACA302}" presName="sibTrans" presStyleLbl="sibTrans1D1" presStyleIdx="2" presStyleCnt="4"/>
      <dgm:spPr/>
    </dgm:pt>
    <dgm:pt modelId="{D91D6E85-11E1-AC4C-9E41-68C5AB47F519}" type="pres">
      <dgm:prSet presAssocID="{3466CE44-9896-46F9-8F16-430C88ACA302}" presName="connectorText" presStyleLbl="sibTrans1D1" presStyleIdx="2" presStyleCnt="4"/>
      <dgm:spPr/>
    </dgm:pt>
    <dgm:pt modelId="{3F342FD9-1ED6-8A48-A570-ACE9D1FE2DAD}" type="pres">
      <dgm:prSet presAssocID="{1B8E5393-F52E-421C-AA4F-AAB12568B09D}" presName="node" presStyleLbl="node1" presStyleIdx="3" presStyleCnt="5">
        <dgm:presLayoutVars>
          <dgm:bulletEnabled val="1"/>
        </dgm:presLayoutVars>
      </dgm:prSet>
      <dgm:spPr/>
    </dgm:pt>
    <dgm:pt modelId="{286824CC-6843-344F-AAAC-0CFF3C315B2D}" type="pres">
      <dgm:prSet presAssocID="{66FFEA67-D7C1-4FAA-8167-BF7152D5F1DE}" presName="sibTrans" presStyleLbl="sibTrans1D1" presStyleIdx="3" presStyleCnt="4"/>
      <dgm:spPr/>
    </dgm:pt>
    <dgm:pt modelId="{0539F4F3-B9E0-764D-8758-1B6BB196B0D2}" type="pres">
      <dgm:prSet presAssocID="{66FFEA67-D7C1-4FAA-8167-BF7152D5F1DE}" presName="connectorText" presStyleLbl="sibTrans1D1" presStyleIdx="3" presStyleCnt="4"/>
      <dgm:spPr/>
    </dgm:pt>
    <dgm:pt modelId="{1EC99DE8-15AB-244E-9836-C51FFA0145A5}" type="pres">
      <dgm:prSet presAssocID="{4105BAEA-E577-4E80-B324-170FA3659E2C}" presName="node" presStyleLbl="node1" presStyleIdx="4" presStyleCnt="5">
        <dgm:presLayoutVars>
          <dgm:bulletEnabled val="1"/>
        </dgm:presLayoutVars>
      </dgm:prSet>
      <dgm:spPr/>
    </dgm:pt>
  </dgm:ptLst>
  <dgm:cxnLst>
    <dgm:cxn modelId="{5F632806-3228-E34B-95C4-C7E32B7B6F3B}" type="presOf" srcId="{66FFEA67-D7C1-4FAA-8167-BF7152D5F1DE}" destId="{286824CC-6843-344F-AAAC-0CFF3C315B2D}" srcOrd="0" destOrd="0" presId="urn:microsoft.com/office/officeart/2016/7/layout/RepeatingBendingProcessNew"/>
    <dgm:cxn modelId="{ABB1DC0C-2A9B-4E3B-99B3-F8D31834B0B9}" srcId="{638B76F3-9F42-47E3-A68C-2196EE3B014A}" destId="{4105BAEA-E577-4E80-B324-170FA3659E2C}" srcOrd="4" destOrd="0" parTransId="{DF1778A2-D88A-4A8B-93ED-37D366DC777D}" sibTransId="{9013E3CE-3E1E-44E5-9B22-E118A304FC83}"/>
    <dgm:cxn modelId="{9D9E9523-3150-BF41-892F-5140BA795E84}" type="presOf" srcId="{355A69C8-233D-4A59-B0ED-2E0567F36640}" destId="{BE260DD7-F749-2749-BAFC-C6CCE9D5B013}" srcOrd="0" destOrd="0" presId="urn:microsoft.com/office/officeart/2016/7/layout/RepeatingBendingProcessNew"/>
    <dgm:cxn modelId="{698CA930-E406-4FDB-9474-AB538F00A645}" srcId="{638B76F3-9F42-47E3-A68C-2196EE3B014A}" destId="{8E2456A1-4F63-44B2-9D57-EE14DDA5D7FB}" srcOrd="1" destOrd="0" parTransId="{D09A2FD5-CF85-44A1-B5BC-910B96C5F277}" sibTransId="{355A69C8-233D-4A59-B0ED-2E0567F36640}"/>
    <dgm:cxn modelId="{E50B3635-3095-0C46-88FF-11CAC60A1E04}" type="presOf" srcId="{474268D4-41ED-4780-9542-D0517A90A055}" destId="{6EEBD9B3-1879-A042-805D-A497455E7277}" srcOrd="1" destOrd="0" presId="urn:microsoft.com/office/officeart/2016/7/layout/RepeatingBendingProcessNew"/>
    <dgm:cxn modelId="{D19F7B3B-A67F-9147-8782-6A3E4554448E}" type="presOf" srcId="{4105BAEA-E577-4E80-B324-170FA3659E2C}" destId="{1EC99DE8-15AB-244E-9836-C51FFA0145A5}" srcOrd="0" destOrd="0" presId="urn:microsoft.com/office/officeart/2016/7/layout/RepeatingBendingProcessNew"/>
    <dgm:cxn modelId="{0870EE4D-816D-8541-BEB4-C2F33C8CF455}" type="presOf" srcId="{474268D4-41ED-4780-9542-D0517A90A055}" destId="{23616107-F27A-674F-8BE5-850B49CD2DB8}" srcOrd="0" destOrd="0" presId="urn:microsoft.com/office/officeart/2016/7/layout/RepeatingBendingProcessNew"/>
    <dgm:cxn modelId="{A588F053-527C-1548-8C8F-F56F3FB3DADB}" type="presOf" srcId="{D5F56B48-1337-42A0-B08D-E61BC64BE2F7}" destId="{6D986472-0B81-B740-ABA0-0402E1717A10}" srcOrd="0" destOrd="0" presId="urn:microsoft.com/office/officeart/2016/7/layout/RepeatingBendingProcessNew"/>
    <dgm:cxn modelId="{0CCDDB72-3689-440C-98FA-D4D5560E3A6F}" srcId="{638B76F3-9F42-47E3-A68C-2196EE3B014A}" destId="{1B8E5393-F52E-421C-AA4F-AAB12568B09D}" srcOrd="3" destOrd="0" parTransId="{5B7842CB-92B7-4A31-B373-2B896F2AA9B1}" sibTransId="{66FFEA67-D7C1-4FAA-8167-BF7152D5F1DE}"/>
    <dgm:cxn modelId="{0AAD2C88-FC34-7745-B622-EFA6D8E7E21F}" type="presOf" srcId="{8E2456A1-4F63-44B2-9D57-EE14DDA5D7FB}" destId="{420A3FF7-E156-8942-8B5E-817BA8CAEB95}" srcOrd="0" destOrd="0" presId="urn:microsoft.com/office/officeart/2016/7/layout/RepeatingBendingProcessNew"/>
    <dgm:cxn modelId="{F4E8148F-771E-544E-9B16-1FA2FEC76EA8}" type="presOf" srcId="{638B76F3-9F42-47E3-A68C-2196EE3B014A}" destId="{DE70D110-A75D-8B4A-A35F-2A192A3C476D}" srcOrd="0" destOrd="0" presId="urn:microsoft.com/office/officeart/2016/7/layout/RepeatingBendingProcessNew"/>
    <dgm:cxn modelId="{1C210295-EBC9-6B4B-BABF-F045471E9B3B}" type="presOf" srcId="{355A69C8-233D-4A59-B0ED-2E0567F36640}" destId="{97C9FC01-8F5E-7644-B828-8D6883B4475B}" srcOrd="1" destOrd="0" presId="urn:microsoft.com/office/officeart/2016/7/layout/RepeatingBendingProcessNew"/>
    <dgm:cxn modelId="{02430EA0-6838-47BE-AECB-548DEE4EBA20}" srcId="{638B76F3-9F42-47E3-A68C-2196EE3B014A}" destId="{D5F56B48-1337-42A0-B08D-E61BC64BE2F7}" srcOrd="0" destOrd="0" parTransId="{E61AA46D-402F-4D71-A5D0-6F71A108E68A}" sibTransId="{474268D4-41ED-4780-9542-D0517A90A055}"/>
    <dgm:cxn modelId="{14E074A6-285D-5441-A2D4-81B0026A4CB6}" type="presOf" srcId="{3466CE44-9896-46F9-8F16-430C88ACA302}" destId="{D91D6E85-11E1-AC4C-9E41-68C5AB47F519}" srcOrd="1" destOrd="0" presId="urn:microsoft.com/office/officeart/2016/7/layout/RepeatingBendingProcessNew"/>
    <dgm:cxn modelId="{1439EBAB-A58C-5F48-B20E-67321ED20557}" type="presOf" srcId="{3466CE44-9896-46F9-8F16-430C88ACA302}" destId="{B47A8DAF-55E7-9F47-BA55-BB00B3A6DA3B}" srcOrd="0" destOrd="0" presId="urn:microsoft.com/office/officeart/2016/7/layout/RepeatingBendingProcessNew"/>
    <dgm:cxn modelId="{7B6760B1-2CBE-BE4E-AD13-DBF61AB3C2D3}" type="presOf" srcId="{66FFEA67-D7C1-4FAA-8167-BF7152D5F1DE}" destId="{0539F4F3-B9E0-764D-8758-1B6BB196B0D2}" srcOrd="1" destOrd="0" presId="urn:microsoft.com/office/officeart/2016/7/layout/RepeatingBendingProcessNew"/>
    <dgm:cxn modelId="{01881DCD-6E44-454C-838D-0D193BA4A316}" srcId="{638B76F3-9F42-47E3-A68C-2196EE3B014A}" destId="{BF706984-CB8D-4F96-A836-BB1811FE9B33}" srcOrd="2" destOrd="0" parTransId="{02E84EAE-3CCB-464D-A233-8D0209EFD215}" sibTransId="{3466CE44-9896-46F9-8F16-430C88ACA302}"/>
    <dgm:cxn modelId="{570E8BE1-9647-884A-8EFE-2F06A090080A}" type="presOf" srcId="{1B8E5393-F52E-421C-AA4F-AAB12568B09D}" destId="{3F342FD9-1ED6-8A48-A570-ACE9D1FE2DAD}" srcOrd="0" destOrd="0" presId="urn:microsoft.com/office/officeart/2016/7/layout/RepeatingBendingProcessNew"/>
    <dgm:cxn modelId="{65AD53E2-4ADB-6149-869A-62863CBFD7C6}" type="presOf" srcId="{BF706984-CB8D-4F96-A836-BB1811FE9B33}" destId="{6DB4FDCE-BB7D-D845-9BD0-E09859A52664}" srcOrd="0" destOrd="0" presId="urn:microsoft.com/office/officeart/2016/7/layout/RepeatingBendingProcessNew"/>
    <dgm:cxn modelId="{BC7879EB-5064-6F48-88F4-49506364DD25}" type="presParOf" srcId="{DE70D110-A75D-8B4A-A35F-2A192A3C476D}" destId="{6D986472-0B81-B740-ABA0-0402E1717A10}" srcOrd="0" destOrd="0" presId="urn:microsoft.com/office/officeart/2016/7/layout/RepeatingBendingProcessNew"/>
    <dgm:cxn modelId="{8D84AC3F-5911-D149-AE0C-EB74A4263D7E}" type="presParOf" srcId="{DE70D110-A75D-8B4A-A35F-2A192A3C476D}" destId="{23616107-F27A-674F-8BE5-850B49CD2DB8}" srcOrd="1" destOrd="0" presId="urn:microsoft.com/office/officeart/2016/7/layout/RepeatingBendingProcessNew"/>
    <dgm:cxn modelId="{CBA8CBEF-4EB8-1D42-87AE-8146544D4EA4}" type="presParOf" srcId="{23616107-F27A-674F-8BE5-850B49CD2DB8}" destId="{6EEBD9B3-1879-A042-805D-A497455E7277}" srcOrd="0" destOrd="0" presId="urn:microsoft.com/office/officeart/2016/7/layout/RepeatingBendingProcessNew"/>
    <dgm:cxn modelId="{8ADFC62B-4078-F542-93E0-50137221E8B8}" type="presParOf" srcId="{DE70D110-A75D-8B4A-A35F-2A192A3C476D}" destId="{420A3FF7-E156-8942-8B5E-817BA8CAEB95}" srcOrd="2" destOrd="0" presId="urn:microsoft.com/office/officeart/2016/7/layout/RepeatingBendingProcessNew"/>
    <dgm:cxn modelId="{7D7D4293-D6A9-EB48-8DB5-7189AE61C5D8}" type="presParOf" srcId="{DE70D110-A75D-8B4A-A35F-2A192A3C476D}" destId="{BE260DD7-F749-2749-BAFC-C6CCE9D5B013}" srcOrd="3" destOrd="0" presId="urn:microsoft.com/office/officeart/2016/7/layout/RepeatingBendingProcessNew"/>
    <dgm:cxn modelId="{0E736AEC-F963-EE4E-AC0C-F2DBF5DF85D2}" type="presParOf" srcId="{BE260DD7-F749-2749-BAFC-C6CCE9D5B013}" destId="{97C9FC01-8F5E-7644-B828-8D6883B4475B}" srcOrd="0" destOrd="0" presId="urn:microsoft.com/office/officeart/2016/7/layout/RepeatingBendingProcessNew"/>
    <dgm:cxn modelId="{6C262739-E8EA-C24E-A8EB-560E2BA9E881}" type="presParOf" srcId="{DE70D110-A75D-8B4A-A35F-2A192A3C476D}" destId="{6DB4FDCE-BB7D-D845-9BD0-E09859A52664}" srcOrd="4" destOrd="0" presId="urn:microsoft.com/office/officeart/2016/7/layout/RepeatingBendingProcessNew"/>
    <dgm:cxn modelId="{9D5F7EBF-41EE-A444-8D1F-8848AA3D279F}" type="presParOf" srcId="{DE70D110-A75D-8B4A-A35F-2A192A3C476D}" destId="{B47A8DAF-55E7-9F47-BA55-BB00B3A6DA3B}" srcOrd="5" destOrd="0" presId="urn:microsoft.com/office/officeart/2016/7/layout/RepeatingBendingProcessNew"/>
    <dgm:cxn modelId="{C7301794-D712-B14C-9341-BF4BD1987E6B}" type="presParOf" srcId="{B47A8DAF-55E7-9F47-BA55-BB00B3A6DA3B}" destId="{D91D6E85-11E1-AC4C-9E41-68C5AB47F519}" srcOrd="0" destOrd="0" presId="urn:microsoft.com/office/officeart/2016/7/layout/RepeatingBendingProcessNew"/>
    <dgm:cxn modelId="{0F386726-FEBB-3D4F-9225-765E71A5571E}" type="presParOf" srcId="{DE70D110-A75D-8B4A-A35F-2A192A3C476D}" destId="{3F342FD9-1ED6-8A48-A570-ACE9D1FE2DAD}" srcOrd="6" destOrd="0" presId="urn:microsoft.com/office/officeart/2016/7/layout/RepeatingBendingProcessNew"/>
    <dgm:cxn modelId="{0A7EA539-9BB6-1848-9E0A-69150B95FACE}" type="presParOf" srcId="{DE70D110-A75D-8B4A-A35F-2A192A3C476D}" destId="{286824CC-6843-344F-AAAC-0CFF3C315B2D}" srcOrd="7" destOrd="0" presId="urn:microsoft.com/office/officeart/2016/7/layout/RepeatingBendingProcessNew"/>
    <dgm:cxn modelId="{0C50A769-763D-774D-A3C2-463C39C5F91C}" type="presParOf" srcId="{286824CC-6843-344F-AAAC-0CFF3C315B2D}" destId="{0539F4F3-B9E0-764D-8758-1B6BB196B0D2}" srcOrd="0" destOrd="0" presId="urn:microsoft.com/office/officeart/2016/7/layout/RepeatingBendingProcessNew"/>
    <dgm:cxn modelId="{D3BD894F-3B6D-8848-BCBA-691EB69847F0}" type="presParOf" srcId="{DE70D110-A75D-8B4A-A35F-2A192A3C476D}" destId="{1EC99DE8-15AB-244E-9836-C51FFA0145A5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E8746F-D0A0-42AF-AE23-B46E558AF8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0F27D5-E68A-46E1-A3E8-72E40E97006E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Catalog Search Techniques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Boolean operators, field searching, filters</a:t>
          </a:r>
        </a:p>
      </dgm:t>
    </dgm:pt>
    <dgm:pt modelId="{17400E36-4134-4441-8AFB-32443DA43FD9}" type="parTrans" cxnId="{156F6D88-1B5F-409A-B960-107843D6F4FE}">
      <dgm:prSet/>
      <dgm:spPr/>
      <dgm:t>
        <a:bodyPr/>
        <a:lstStyle/>
        <a:p>
          <a:endParaRPr lang="en-US"/>
        </a:p>
      </dgm:t>
    </dgm:pt>
    <dgm:pt modelId="{D3322FC7-477E-41B1-82E0-40CDE28BD3FB}" type="sibTrans" cxnId="{156F6D88-1B5F-409A-B960-107843D6F4FE}">
      <dgm:prSet/>
      <dgm:spPr/>
      <dgm:t>
        <a:bodyPr/>
        <a:lstStyle/>
        <a:p>
          <a:endParaRPr lang="en-US"/>
        </a:p>
      </dgm:t>
    </dgm:pt>
    <dgm:pt modelId="{4B0A4ADF-BDDA-4722-846D-8B87F3A564D7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Database Navigation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Moving between records, saving searches</a:t>
          </a:r>
        </a:p>
      </dgm:t>
    </dgm:pt>
    <dgm:pt modelId="{8A2B87FA-4D5F-4A43-8440-BE82DAC96E3C}" type="parTrans" cxnId="{500FAEF3-F31B-4494-AB1E-60F7B9CBF091}">
      <dgm:prSet/>
      <dgm:spPr/>
      <dgm:t>
        <a:bodyPr/>
        <a:lstStyle/>
        <a:p>
          <a:endParaRPr lang="en-US"/>
        </a:p>
      </dgm:t>
    </dgm:pt>
    <dgm:pt modelId="{5798A85E-C383-4BF5-8043-96EA63DF8440}" type="sibTrans" cxnId="{500FAEF3-F31B-4494-AB1E-60F7B9CBF091}">
      <dgm:prSet/>
      <dgm:spPr/>
      <dgm:t>
        <a:bodyPr/>
        <a:lstStyle/>
        <a:p>
          <a:endParaRPr lang="en-US"/>
        </a:p>
      </dgm:t>
    </dgm:pt>
    <dgm:pt modelId="{EFDCA406-9779-4111-807A-962838DF9101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Digital Collections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Accessing online materials and metadata</a:t>
          </a:r>
        </a:p>
      </dgm:t>
    </dgm:pt>
    <dgm:pt modelId="{FE682FE8-83C0-40D2-A10D-E825BEFD817A}" type="parTrans" cxnId="{0C1F60D2-59E7-48C0-82F9-7DE38A260E0C}">
      <dgm:prSet/>
      <dgm:spPr/>
      <dgm:t>
        <a:bodyPr/>
        <a:lstStyle/>
        <a:p>
          <a:endParaRPr lang="en-US"/>
        </a:p>
      </dgm:t>
    </dgm:pt>
    <dgm:pt modelId="{3BA9F99B-2CE8-4C02-AEEA-68FA96ED3620}" type="sibTrans" cxnId="{0C1F60D2-59E7-48C0-82F9-7DE38A260E0C}">
      <dgm:prSet/>
      <dgm:spPr/>
      <dgm:t>
        <a:bodyPr/>
        <a:lstStyle/>
        <a:p>
          <a:endParaRPr lang="en-US"/>
        </a:p>
      </dgm:t>
    </dgm:pt>
    <dgm:pt modelId="{093FAED6-8030-43C7-B7CF-388ABEE678CA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Cross-Platform Searching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Using multiple databases effectively</a:t>
          </a:r>
        </a:p>
      </dgm:t>
    </dgm:pt>
    <dgm:pt modelId="{B61567DB-4CC0-4ACE-AF52-69289070E31B}" type="parTrans" cxnId="{9F87DA1C-893A-4C74-8CD7-0BBF9D43C6CF}">
      <dgm:prSet/>
      <dgm:spPr/>
      <dgm:t>
        <a:bodyPr/>
        <a:lstStyle/>
        <a:p>
          <a:endParaRPr lang="en-US"/>
        </a:p>
      </dgm:t>
    </dgm:pt>
    <dgm:pt modelId="{BF65247B-75F6-4A83-94F4-72AA5EFD26E0}" type="sibTrans" cxnId="{9F87DA1C-893A-4C74-8CD7-0BBF9D43C6CF}">
      <dgm:prSet/>
      <dgm:spPr/>
      <dgm:t>
        <a:bodyPr/>
        <a:lstStyle/>
        <a:p>
          <a:endParaRPr lang="en-US"/>
        </a:p>
      </dgm:t>
    </dgm:pt>
    <dgm:pt modelId="{79094A85-9A9E-407B-9AEA-4D332FC443D2}" type="pres">
      <dgm:prSet presAssocID="{DDE8746F-D0A0-42AF-AE23-B46E558AF886}" presName="root" presStyleCnt="0">
        <dgm:presLayoutVars>
          <dgm:dir/>
          <dgm:resizeHandles val="exact"/>
        </dgm:presLayoutVars>
      </dgm:prSet>
      <dgm:spPr/>
    </dgm:pt>
    <dgm:pt modelId="{756A812A-0996-4C88-9BC8-5F1675E63C80}" type="pres">
      <dgm:prSet presAssocID="{8F0F27D5-E68A-46E1-A3E8-72E40E97006E}" presName="compNode" presStyleCnt="0"/>
      <dgm:spPr/>
    </dgm:pt>
    <dgm:pt modelId="{33FC19FC-159A-48F5-A76D-15D71F1CC2A1}" type="pres">
      <dgm:prSet presAssocID="{8F0F27D5-E68A-46E1-A3E8-72E40E97006E}" presName="bgRect" presStyleLbl="bgShp" presStyleIdx="0" presStyleCnt="4"/>
      <dgm:spPr/>
    </dgm:pt>
    <dgm:pt modelId="{8BDB3467-33A2-4237-BDF6-A953915B24BB}" type="pres">
      <dgm:prSet presAssocID="{8F0F27D5-E68A-46E1-A3E8-72E40E9700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6F41DB5-5006-4F3B-A302-9D1FF02EA55A}" type="pres">
      <dgm:prSet presAssocID="{8F0F27D5-E68A-46E1-A3E8-72E40E97006E}" presName="spaceRect" presStyleCnt="0"/>
      <dgm:spPr/>
    </dgm:pt>
    <dgm:pt modelId="{0339419B-AD3D-4EA4-8E48-861DF1A73E20}" type="pres">
      <dgm:prSet presAssocID="{8F0F27D5-E68A-46E1-A3E8-72E40E97006E}" presName="parTx" presStyleLbl="revTx" presStyleIdx="0" presStyleCnt="4">
        <dgm:presLayoutVars>
          <dgm:chMax val="0"/>
          <dgm:chPref val="0"/>
        </dgm:presLayoutVars>
      </dgm:prSet>
      <dgm:spPr/>
    </dgm:pt>
    <dgm:pt modelId="{C8C2AE27-0748-457B-946A-5E3095201955}" type="pres">
      <dgm:prSet presAssocID="{D3322FC7-477E-41B1-82E0-40CDE28BD3FB}" presName="sibTrans" presStyleCnt="0"/>
      <dgm:spPr/>
    </dgm:pt>
    <dgm:pt modelId="{6E590320-9B02-409D-81B8-72C0C3BF36C3}" type="pres">
      <dgm:prSet presAssocID="{4B0A4ADF-BDDA-4722-846D-8B87F3A564D7}" presName="compNode" presStyleCnt="0"/>
      <dgm:spPr/>
    </dgm:pt>
    <dgm:pt modelId="{F932CF0B-91DF-40F7-A263-AA3708CF32BB}" type="pres">
      <dgm:prSet presAssocID="{4B0A4ADF-BDDA-4722-846D-8B87F3A564D7}" presName="bgRect" presStyleLbl="bgShp" presStyleIdx="1" presStyleCnt="4"/>
      <dgm:spPr/>
    </dgm:pt>
    <dgm:pt modelId="{5431E4C7-E99C-457C-BF64-6A3A6988A0AF}" type="pres">
      <dgm:prSet presAssocID="{4B0A4ADF-BDDA-4722-846D-8B87F3A564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481DAB-919D-4458-B7C5-753E2E2BF229}" type="pres">
      <dgm:prSet presAssocID="{4B0A4ADF-BDDA-4722-846D-8B87F3A564D7}" presName="spaceRect" presStyleCnt="0"/>
      <dgm:spPr/>
    </dgm:pt>
    <dgm:pt modelId="{6CBCD0FC-98AC-41D5-ADDB-DC906C54091C}" type="pres">
      <dgm:prSet presAssocID="{4B0A4ADF-BDDA-4722-846D-8B87F3A564D7}" presName="parTx" presStyleLbl="revTx" presStyleIdx="1" presStyleCnt="4">
        <dgm:presLayoutVars>
          <dgm:chMax val="0"/>
          <dgm:chPref val="0"/>
        </dgm:presLayoutVars>
      </dgm:prSet>
      <dgm:spPr/>
    </dgm:pt>
    <dgm:pt modelId="{12EBB8AA-F9CC-4254-8FB8-4F548BFE4893}" type="pres">
      <dgm:prSet presAssocID="{5798A85E-C383-4BF5-8043-96EA63DF8440}" presName="sibTrans" presStyleCnt="0"/>
      <dgm:spPr/>
    </dgm:pt>
    <dgm:pt modelId="{9A9F5006-58E3-496A-A4AB-70727BAF239C}" type="pres">
      <dgm:prSet presAssocID="{EFDCA406-9779-4111-807A-962838DF9101}" presName="compNode" presStyleCnt="0"/>
      <dgm:spPr/>
    </dgm:pt>
    <dgm:pt modelId="{475D0134-3DAA-4E6D-99AF-13B288CF3C92}" type="pres">
      <dgm:prSet presAssocID="{EFDCA406-9779-4111-807A-962838DF9101}" presName="bgRect" presStyleLbl="bgShp" presStyleIdx="2" presStyleCnt="4"/>
      <dgm:spPr/>
    </dgm:pt>
    <dgm:pt modelId="{25129C4D-016C-4B4D-8257-77AC066CB9CA}" type="pres">
      <dgm:prSet presAssocID="{EFDCA406-9779-4111-807A-962838DF910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4EA54326-D9E5-427C-8BFE-6431A085ED66}" type="pres">
      <dgm:prSet presAssocID="{EFDCA406-9779-4111-807A-962838DF9101}" presName="spaceRect" presStyleCnt="0"/>
      <dgm:spPr/>
    </dgm:pt>
    <dgm:pt modelId="{4E7910E8-84EA-4770-920E-95945C269B86}" type="pres">
      <dgm:prSet presAssocID="{EFDCA406-9779-4111-807A-962838DF9101}" presName="parTx" presStyleLbl="revTx" presStyleIdx="2" presStyleCnt="4">
        <dgm:presLayoutVars>
          <dgm:chMax val="0"/>
          <dgm:chPref val="0"/>
        </dgm:presLayoutVars>
      </dgm:prSet>
      <dgm:spPr/>
    </dgm:pt>
    <dgm:pt modelId="{86CC63AC-A7F9-435A-BA92-7BD0F885B9AB}" type="pres">
      <dgm:prSet presAssocID="{3BA9F99B-2CE8-4C02-AEEA-68FA96ED3620}" presName="sibTrans" presStyleCnt="0"/>
      <dgm:spPr/>
    </dgm:pt>
    <dgm:pt modelId="{191E6DF9-FB40-4AFA-9E5A-4F53C7E9074A}" type="pres">
      <dgm:prSet presAssocID="{093FAED6-8030-43C7-B7CF-388ABEE678CA}" presName="compNode" presStyleCnt="0"/>
      <dgm:spPr/>
    </dgm:pt>
    <dgm:pt modelId="{DC9FDB6C-FBDF-4537-B43D-D7A26F2555FE}" type="pres">
      <dgm:prSet presAssocID="{093FAED6-8030-43C7-B7CF-388ABEE678CA}" presName="bgRect" presStyleLbl="bgShp" presStyleIdx="3" presStyleCnt="4"/>
      <dgm:spPr/>
    </dgm:pt>
    <dgm:pt modelId="{A1C126AF-A663-4297-8C67-431A5EEDBF45}" type="pres">
      <dgm:prSet presAssocID="{093FAED6-8030-43C7-B7CF-388ABEE678C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B318DA-6D26-4722-A399-CFA28B10982A}" type="pres">
      <dgm:prSet presAssocID="{093FAED6-8030-43C7-B7CF-388ABEE678CA}" presName="spaceRect" presStyleCnt="0"/>
      <dgm:spPr/>
    </dgm:pt>
    <dgm:pt modelId="{974E58F4-27D2-47D0-AB5B-290743524ECA}" type="pres">
      <dgm:prSet presAssocID="{093FAED6-8030-43C7-B7CF-388ABEE678C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F87DA1C-893A-4C74-8CD7-0BBF9D43C6CF}" srcId="{DDE8746F-D0A0-42AF-AE23-B46E558AF886}" destId="{093FAED6-8030-43C7-B7CF-388ABEE678CA}" srcOrd="3" destOrd="0" parTransId="{B61567DB-4CC0-4ACE-AF52-69289070E31B}" sibTransId="{BF65247B-75F6-4A83-94F4-72AA5EFD26E0}"/>
    <dgm:cxn modelId="{D058CE59-C99D-41CE-99BE-D93FAC29984D}" type="presOf" srcId="{093FAED6-8030-43C7-B7CF-388ABEE678CA}" destId="{974E58F4-27D2-47D0-AB5B-290743524ECA}" srcOrd="0" destOrd="0" presId="urn:microsoft.com/office/officeart/2018/2/layout/IconVerticalSolidList"/>
    <dgm:cxn modelId="{156F6D88-1B5F-409A-B960-107843D6F4FE}" srcId="{DDE8746F-D0A0-42AF-AE23-B46E558AF886}" destId="{8F0F27D5-E68A-46E1-A3E8-72E40E97006E}" srcOrd="0" destOrd="0" parTransId="{17400E36-4134-4441-8AFB-32443DA43FD9}" sibTransId="{D3322FC7-477E-41B1-82E0-40CDE28BD3FB}"/>
    <dgm:cxn modelId="{1FF65DA1-EC2B-4FB9-8FAE-BD9AEAAAAF7A}" type="presOf" srcId="{DDE8746F-D0A0-42AF-AE23-B46E558AF886}" destId="{79094A85-9A9E-407B-9AEA-4D332FC443D2}" srcOrd="0" destOrd="0" presId="urn:microsoft.com/office/officeart/2018/2/layout/IconVerticalSolidList"/>
    <dgm:cxn modelId="{0C1F60D2-59E7-48C0-82F9-7DE38A260E0C}" srcId="{DDE8746F-D0A0-42AF-AE23-B46E558AF886}" destId="{EFDCA406-9779-4111-807A-962838DF9101}" srcOrd="2" destOrd="0" parTransId="{FE682FE8-83C0-40D2-A10D-E825BEFD817A}" sibTransId="{3BA9F99B-2CE8-4C02-AEEA-68FA96ED3620}"/>
    <dgm:cxn modelId="{E3DEDED5-15F6-43A1-AB94-EDE371EC5323}" type="presOf" srcId="{EFDCA406-9779-4111-807A-962838DF9101}" destId="{4E7910E8-84EA-4770-920E-95945C269B86}" srcOrd="0" destOrd="0" presId="urn:microsoft.com/office/officeart/2018/2/layout/IconVerticalSolidList"/>
    <dgm:cxn modelId="{CBED5BE8-23E8-4039-A175-79DE34C56E6E}" type="presOf" srcId="{8F0F27D5-E68A-46E1-A3E8-72E40E97006E}" destId="{0339419B-AD3D-4EA4-8E48-861DF1A73E20}" srcOrd="0" destOrd="0" presId="urn:microsoft.com/office/officeart/2018/2/layout/IconVerticalSolidList"/>
    <dgm:cxn modelId="{500FAEF3-F31B-4494-AB1E-60F7B9CBF091}" srcId="{DDE8746F-D0A0-42AF-AE23-B46E558AF886}" destId="{4B0A4ADF-BDDA-4722-846D-8B87F3A564D7}" srcOrd="1" destOrd="0" parTransId="{8A2B87FA-4D5F-4A43-8440-BE82DAC96E3C}" sibTransId="{5798A85E-C383-4BF5-8043-96EA63DF8440}"/>
    <dgm:cxn modelId="{E022F1FB-1999-45DC-8A0C-CC0E38C09645}" type="presOf" srcId="{4B0A4ADF-BDDA-4722-846D-8B87F3A564D7}" destId="{6CBCD0FC-98AC-41D5-ADDB-DC906C54091C}" srcOrd="0" destOrd="0" presId="urn:microsoft.com/office/officeart/2018/2/layout/IconVerticalSolidList"/>
    <dgm:cxn modelId="{97725AB5-3FF9-497A-A66F-B92CB8A1EE8D}" type="presParOf" srcId="{79094A85-9A9E-407B-9AEA-4D332FC443D2}" destId="{756A812A-0996-4C88-9BC8-5F1675E63C80}" srcOrd="0" destOrd="0" presId="urn:microsoft.com/office/officeart/2018/2/layout/IconVerticalSolidList"/>
    <dgm:cxn modelId="{5A657B62-EDC0-4FA3-B4B3-529730FA4583}" type="presParOf" srcId="{756A812A-0996-4C88-9BC8-5F1675E63C80}" destId="{33FC19FC-159A-48F5-A76D-15D71F1CC2A1}" srcOrd="0" destOrd="0" presId="urn:microsoft.com/office/officeart/2018/2/layout/IconVerticalSolidList"/>
    <dgm:cxn modelId="{3FD3A998-E95F-4F65-AC3A-18C658B3A7F3}" type="presParOf" srcId="{756A812A-0996-4C88-9BC8-5F1675E63C80}" destId="{8BDB3467-33A2-4237-BDF6-A953915B24BB}" srcOrd="1" destOrd="0" presId="urn:microsoft.com/office/officeart/2018/2/layout/IconVerticalSolidList"/>
    <dgm:cxn modelId="{25AFA5F8-A5BA-48CF-8CCE-484D2B663F9C}" type="presParOf" srcId="{756A812A-0996-4C88-9BC8-5F1675E63C80}" destId="{B6F41DB5-5006-4F3B-A302-9D1FF02EA55A}" srcOrd="2" destOrd="0" presId="urn:microsoft.com/office/officeart/2018/2/layout/IconVerticalSolidList"/>
    <dgm:cxn modelId="{59ED9C2E-B939-4B11-8750-E6E7DE9C318C}" type="presParOf" srcId="{756A812A-0996-4C88-9BC8-5F1675E63C80}" destId="{0339419B-AD3D-4EA4-8E48-861DF1A73E20}" srcOrd="3" destOrd="0" presId="urn:microsoft.com/office/officeart/2018/2/layout/IconVerticalSolidList"/>
    <dgm:cxn modelId="{2BDF37F0-6359-4633-9C45-87B86B39F4A4}" type="presParOf" srcId="{79094A85-9A9E-407B-9AEA-4D332FC443D2}" destId="{C8C2AE27-0748-457B-946A-5E3095201955}" srcOrd="1" destOrd="0" presId="urn:microsoft.com/office/officeart/2018/2/layout/IconVerticalSolidList"/>
    <dgm:cxn modelId="{C8BAA9BC-F8BD-4212-BC9A-53D3EADB4504}" type="presParOf" srcId="{79094A85-9A9E-407B-9AEA-4D332FC443D2}" destId="{6E590320-9B02-409D-81B8-72C0C3BF36C3}" srcOrd="2" destOrd="0" presId="urn:microsoft.com/office/officeart/2018/2/layout/IconVerticalSolidList"/>
    <dgm:cxn modelId="{693FA58A-A4E4-4B17-95F2-C457F2A79A87}" type="presParOf" srcId="{6E590320-9B02-409D-81B8-72C0C3BF36C3}" destId="{F932CF0B-91DF-40F7-A263-AA3708CF32BB}" srcOrd="0" destOrd="0" presId="urn:microsoft.com/office/officeart/2018/2/layout/IconVerticalSolidList"/>
    <dgm:cxn modelId="{C8AD45A7-AECF-4E0D-81EA-6C5BAB6FE218}" type="presParOf" srcId="{6E590320-9B02-409D-81B8-72C0C3BF36C3}" destId="{5431E4C7-E99C-457C-BF64-6A3A6988A0AF}" srcOrd="1" destOrd="0" presId="urn:microsoft.com/office/officeart/2018/2/layout/IconVerticalSolidList"/>
    <dgm:cxn modelId="{DB7A1ADD-DD59-497E-AC97-8F5F11A645D8}" type="presParOf" srcId="{6E590320-9B02-409D-81B8-72C0C3BF36C3}" destId="{00481DAB-919D-4458-B7C5-753E2E2BF229}" srcOrd="2" destOrd="0" presId="urn:microsoft.com/office/officeart/2018/2/layout/IconVerticalSolidList"/>
    <dgm:cxn modelId="{2A26E458-E3C3-4B40-B86A-1EDCC4277DF9}" type="presParOf" srcId="{6E590320-9B02-409D-81B8-72C0C3BF36C3}" destId="{6CBCD0FC-98AC-41D5-ADDB-DC906C54091C}" srcOrd="3" destOrd="0" presId="urn:microsoft.com/office/officeart/2018/2/layout/IconVerticalSolidList"/>
    <dgm:cxn modelId="{058AD60B-09C3-499E-80F0-64D6454C8029}" type="presParOf" srcId="{79094A85-9A9E-407B-9AEA-4D332FC443D2}" destId="{12EBB8AA-F9CC-4254-8FB8-4F548BFE4893}" srcOrd="3" destOrd="0" presId="urn:microsoft.com/office/officeart/2018/2/layout/IconVerticalSolidList"/>
    <dgm:cxn modelId="{D3BB076D-6A17-442F-A210-7492728BD5A7}" type="presParOf" srcId="{79094A85-9A9E-407B-9AEA-4D332FC443D2}" destId="{9A9F5006-58E3-496A-A4AB-70727BAF239C}" srcOrd="4" destOrd="0" presId="urn:microsoft.com/office/officeart/2018/2/layout/IconVerticalSolidList"/>
    <dgm:cxn modelId="{5DF75752-6497-4101-9F18-0AC87A0EDD95}" type="presParOf" srcId="{9A9F5006-58E3-496A-A4AB-70727BAF239C}" destId="{475D0134-3DAA-4E6D-99AF-13B288CF3C92}" srcOrd="0" destOrd="0" presId="urn:microsoft.com/office/officeart/2018/2/layout/IconVerticalSolidList"/>
    <dgm:cxn modelId="{BA1EA7C0-0087-47C6-9F47-B578F5A8081D}" type="presParOf" srcId="{9A9F5006-58E3-496A-A4AB-70727BAF239C}" destId="{25129C4D-016C-4B4D-8257-77AC066CB9CA}" srcOrd="1" destOrd="0" presId="urn:microsoft.com/office/officeart/2018/2/layout/IconVerticalSolidList"/>
    <dgm:cxn modelId="{BA5C5CB5-AC2E-4A3D-93A4-A5500A9EB9F6}" type="presParOf" srcId="{9A9F5006-58E3-496A-A4AB-70727BAF239C}" destId="{4EA54326-D9E5-427C-8BFE-6431A085ED66}" srcOrd="2" destOrd="0" presId="urn:microsoft.com/office/officeart/2018/2/layout/IconVerticalSolidList"/>
    <dgm:cxn modelId="{EE32D0EF-E249-449A-9993-00060C1DF7C0}" type="presParOf" srcId="{9A9F5006-58E3-496A-A4AB-70727BAF239C}" destId="{4E7910E8-84EA-4770-920E-95945C269B86}" srcOrd="3" destOrd="0" presId="urn:microsoft.com/office/officeart/2018/2/layout/IconVerticalSolidList"/>
    <dgm:cxn modelId="{46BF5CEF-6E89-4871-852E-55509DC2C52D}" type="presParOf" srcId="{79094A85-9A9E-407B-9AEA-4D332FC443D2}" destId="{86CC63AC-A7F9-435A-BA92-7BD0F885B9AB}" srcOrd="5" destOrd="0" presId="urn:microsoft.com/office/officeart/2018/2/layout/IconVerticalSolidList"/>
    <dgm:cxn modelId="{41E0D817-17DA-4A25-B0A4-920E3C5DF9CF}" type="presParOf" srcId="{79094A85-9A9E-407B-9AEA-4D332FC443D2}" destId="{191E6DF9-FB40-4AFA-9E5A-4F53C7E9074A}" srcOrd="6" destOrd="0" presId="urn:microsoft.com/office/officeart/2018/2/layout/IconVerticalSolidList"/>
    <dgm:cxn modelId="{F8FB216E-266C-4D40-A884-7741EA42FBF3}" type="presParOf" srcId="{191E6DF9-FB40-4AFA-9E5A-4F53C7E9074A}" destId="{DC9FDB6C-FBDF-4537-B43D-D7A26F2555FE}" srcOrd="0" destOrd="0" presId="urn:microsoft.com/office/officeart/2018/2/layout/IconVerticalSolidList"/>
    <dgm:cxn modelId="{5E0817A3-234E-49B6-83DC-C6D0B38BBBDC}" type="presParOf" srcId="{191E6DF9-FB40-4AFA-9E5A-4F53C7E9074A}" destId="{A1C126AF-A663-4297-8C67-431A5EEDBF45}" srcOrd="1" destOrd="0" presId="urn:microsoft.com/office/officeart/2018/2/layout/IconVerticalSolidList"/>
    <dgm:cxn modelId="{DC1A0B6F-3FD3-4290-92A3-A70E54B548B9}" type="presParOf" srcId="{191E6DF9-FB40-4AFA-9E5A-4F53C7E9074A}" destId="{CCB318DA-6D26-4722-A399-CFA28B10982A}" srcOrd="2" destOrd="0" presId="urn:microsoft.com/office/officeart/2018/2/layout/IconVerticalSolidList"/>
    <dgm:cxn modelId="{B925B878-5664-461F-AB08-069102BC166C}" type="presParOf" srcId="{191E6DF9-FB40-4AFA-9E5A-4F53C7E9074A}" destId="{974E58F4-27D2-47D0-AB5B-290743524E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877251-8A11-461B-A132-AB68D96D2D2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AC8AF1-049F-448E-A720-56D41A2E8F20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Basic Computer Skills</a:t>
          </a:r>
          <a:r>
            <a:rPr lang="en-US" sz="1400" dirty="0"/>
            <a:t>:</a:t>
          </a:r>
        </a:p>
        <a:p>
          <a:pPr>
            <a:defRPr cap="all"/>
          </a:pPr>
          <a:r>
            <a:rPr lang="en-US" sz="1400" dirty="0"/>
            <a:t> File management, printing, saving</a:t>
          </a:r>
        </a:p>
      </dgm:t>
    </dgm:pt>
    <dgm:pt modelId="{1ECD0C6E-56E0-4150-A34D-AE112A120649}" type="parTrans" cxnId="{AB42856D-8681-4D1A-94D6-F57783811D8C}">
      <dgm:prSet/>
      <dgm:spPr/>
      <dgm:t>
        <a:bodyPr/>
        <a:lstStyle/>
        <a:p>
          <a:endParaRPr lang="en-US"/>
        </a:p>
      </dgm:t>
    </dgm:pt>
    <dgm:pt modelId="{6D12E90B-4C59-45A6-8DAC-96CAD36A842A}" type="sibTrans" cxnId="{AB42856D-8681-4D1A-94D6-F57783811D8C}">
      <dgm:prSet/>
      <dgm:spPr/>
      <dgm:t>
        <a:bodyPr/>
        <a:lstStyle/>
        <a:p>
          <a:endParaRPr lang="en-US"/>
        </a:p>
      </dgm:t>
    </dgm:pt>
    <dgm:pt modelId="{E384EAD8-1257-44B8-B15F-EB491C3B3618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Digital Camera/Scanner Use</a:t>
          </a:r>
          <a:r>
            <a:rPr lang="en-US" sz="1400" dirty="0"/>
            <a:t>: </a:t>
          </a:r>
        </a:p>
        <a:p>
          <a:pPr>
            <a:defRPr cap="all"/>
          </a:pPr>
          <a:r>
            <a:rPr lang="en-US" sz="1400" dirty="0"/>
            <a:t>Reproducing archival materials</a:t>
          </a:r>
        </a:p>
      </dgm:t>
    </dgm:pt>
    <dgm:pt modelId="{0DFE2674-AA01-4A23-97D7-6D5E72D31114}" type="parTrans" cxnId="{C9A647AA-2F58-4FE7-AE9D-65D02CC89E3D}">
      <dgm:prSet/>
      <dgm:spPr/>
      <dgm:t>
        <a:bodyPr/>
        <a:lstStyle/>
        <a:p>
          <a:endParaRPr lang="en-US"/>
        </a:p>
      </dgm:t>
    </dgm:pt>
    <dgm:pt modelId="{8017150A-63E6-4677-BFF6-26042664D8A7}" type="sibTrans" cxnId="{C9A647AA-2F58-4FE7-AE9D-65D02CC89E3D}">
      <dgm:prSet/>
      <dgm:spPr/>
      <dgm:t>
        <a:bodyPr/>
        <a:lstStyle/>
        <a:p>
          <a:endParaRPr lang="en-US"/>
        </a:p>
      </dgm:t>
    </dgm:pt>
    <dgm:pt modelId="{084CA60E-EF4E-482C-9C81-0EEEAD79DA32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Online Research</a:t>
          </a:r>
          <a:r>
            <a:rPr lang="en-US" sz="1400" dirty="0"/>
            <a:t>: </a:t>
          </a:r>
        </a:p>
        <a:p>
          <a:pPr>
            <a:defRPr cap="all"/>
          </a:pPr>
          <a:r>
            <a:rPr lang="en-US" sz="1400" dirty="0"/>
            <a:t>Database searching, digital collections</a:t>
          </a:r>
        </a:p>
      </dgm:t>
    </dgm:pt>
    <dgm:pt modelId="{B9336D0B-3377-4330-96E7-0211E52724E1}" type="parTrans" cxnId="{73F76912-9287-49B4-A7EF-84A36B289173}">
      <dgm:prSet/>
      <dgm:spPr/>
      <dgm:t>
        <a:bodyPr/>
        <a:lstStyle/>
        <a:p>
          <a:endParaRPr lang="en-US"/>
        </a:p>
      </dgm:t>
    </dgm:pt>
    <dgm:pt modelId="{9DCDCF76-E587-4B8C-9521-11DB876B030D}" type="sibTrans" cxnId="{73F76912-9287-49B4-A7EF-84A36B289173}">
      <dgm:prSet/>
      <dgm:spPr/>
      <dgm:t>
        <a:bodyPr/>
        <a:lstStyle/>
        <a:p>
          <a:endParaRPr lang="en-US"/>
        </a:p>
      </dgm:t>
    </dgm:pt>
    <dgm:pt modelId="{C735D33A-7F7D-4530-B880-6AC45EB4317C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Equipment Troubleshooting</a:t>
          </a:r>
          <a:r>
            <a:rPr lang="en-US" sz="1400" dirty="0"/>
            <a:t>: </a:t>
          </a:r>
        </a:p>
        <a:p>
          <a:pPr>
            <a:defRPr cap="all"/>
          </a:pPr>
          <a:r>
            <a:rPr lang="en-US" sz="1400" dirty="0"/>
            <a:t>Basic technical support</a:t>
          </a:r>
        </a:p>
      </dgm:t>
    </dgm:pt>
    <dgm:pt modelId="{9DCBBA6D-55E0-4656-978A-78C5A022EF49}" type="parTrans" cxnId="{6ECF89EF-2DBC-48DA-941D-8F6EFB3F8692}">
      <dgm:prSet/>
      <dgm:spPr/>
      <dgm:t>
        <a:bodyPr/>
        <a:lstStyle/>
        <a:p>
          <a:endParaRPr lang="en-US"/>
        </a:p>
      </dgm:t>
    </dgm:pt>
    <dgm:pt modelId="{6566D00A-03A4-4555-8BA8-7B532659464E}" type="sibTrans" cxnId="{6ECF89EF-2DBC-48DA-941D-8F6EFB3F8692}">
      <dgm:prSet/>
      <dgm:spPr/>
      <dgm:t>
        <a:bodyPr/>
        <a:lstStyle/>
        <a:p>
          <a:endParaRPr lang="en-US"/>
        </a:p>
      </dgm:t>
    </dgm:pt>
    <dgm:pt modelId="{FF529FE8-8679-4A35-A5D0-4208217030C3}" type="pres">
      <dgm:prSet presAssocID="{9F877251-8A11-461B-A132-AB68D96D2D23}" presName="root" presStyleCnt="0">
        <dgm:presLayoutVars>
          <dgm:dir/>
          <dgm:resizeHandles val="exact"/>
        </dgm:presLayoutVars>
      </dgm:prSet>
      <dgm:spPr/>
    </dgm:pt>
    <dgm:pt modelId="{8F720381-5938-4821-ABDB-1454C775F8EA}" type="pres">
      <dgm:prSet presAssocID="{64AC8AF1-049F-448E-A720-56D41A2E8F20}" presName="compNode" presStyleCnt="0"/>
      <dgm:spPr/>
    </dgm:pt>
    <dgm:pt modelId="{19A036FE-4244-4936-A6A2-24C2B4C56F29}" type="pres">
      <dgm:prSet presAssocID="{64AC8AF1-049F-448E-A720-56D41A2E8F20}" presName="iconBgRect" presStyleLbl="bgShp" presStyleIdx="0" presStyleCnt="4"/>
      <dgm:spPr/>
    </dgm:pt>
    <dgm:pt modelId="{8E676669-3C71-4819-8B77-2E35269F8604}" type="pres">
      <dgm:prSet presAssocID="{64AC8AF1-049F-448E-A720-56D41A2E8F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A8E7D021-3759-4B43-B2C0-D4A0C11C5EF2}" type="pres">
      <dgm:prSet presAssocID="{64AC8AF1-049F-448E-A720-56D41A2E8F20}" presName="spaceRect" presStyleCnt="0"/>
      <dgm:spPr/>
    </dgm:pt>
    <dgm:pt modelId="{174A33CD-1F7C-44CA-B81D-576F818B7581}" type="pres">
      <dgm:prSet presAssocID="{64AC8AF1-049F-448E-A720-56D41A2E8F20}" presName="textRect" presStyleLbl="revTx" presStyleIdx="0" presStyleCnt="4">
        <dgm:presLayoutVars>
          <dgm:chMax val="1"/>
          <dgm:chPref val="1"/>
        </dgm:presLayoutVars>
      </dgm:prSet>
      <dgm:spPr/>
    </dgm:pt>
    <dgm:pt modelId="{CB25FF95-A103-441F-A391-972454BE64C6}" type="pres">
      <dgm:prSet presAssocID="{6D12E90B-4C59-45A6-8DAC-96CAD36A842A}" presName="sibTrans" presStyleCnt="0"/>
      <dgm:spPr/>
    </dgm:pt>
    <dgm:pt modelId="{AFE22A6A-1DBD-46C9-A144-353BCC6F50A0}" type="pres">
      <dgm:prSet presAssocID="{E384EAD8-1257-44B8-B15F-EB491C3B3618}" presName="compNode" presStyleCnt="0"/>
      <dgm:spPr/>
    </dgm:pt>
    <dgm:pt modelId="{BED830DD-FEF8-417E-9036-C730419896EF}" type="pres">
      <dgm:prSet presAssocID="{E384EAD8-1257-44B8-B15F-EB491C3B3618}" presName="iconBgRect" presStyleLbl="bgShp" presStyleIdx="1" presStyleCnt="4"/>
      <dgm:spPr/>
    </dgm:pt>
    <dgm:pt modelId="{8E27A2BA-52E2-451D-8265-3323FD19C578}" type="pres">
      <dgm:prSet presAssocID="{E384EAD8-1257-44B8-B15F-EB491C3B36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5A4B48DF-0675-4F19-97C4-EA8E04295137}" type="pres">
      <dgm:prSet presAssocID="{E384EAD8-1257-44B8-B15F-EB491C3B3618}" presName="spaceRect" presStyleCnt="0"/>
      <dgm:spPr/>
    </dgm:pt>
    <dgm:pt modelId="{9E3C2D0D-F014-4D4C-BB67-FEEA46945020}" type="pres">
      <dgm:prSet presAssocID="{E384EAD8-1257-44B8-B15F-EB491C3B3618}" presName="textRect" presStyleLbl="revTx" presStyleIdx="1" presStyleCnt="4">
        <dgm:presLayoutVars>
          <dgm:chMax val="1"/>
          <dgm:chPref val="1"/>
        </dgm:presLayoutVars>
      </dgm:prSet>
      <dgm:spPr/>
    </dgm:pt>
    <dgm:pt modelId="{55242179-4FBB-45EA-8E21-CC287BA1AE8A}" type="pres">
      <dgm:prSet presAssocID="{8017150A-63E6-4677-BFF6-26042664D8A7}" presName="sibTrans" presStyleCnt="0"/>
      <dgm:spPr/>
    </dgm:pt>
    <dgm:pt modelId="{C098A093-074B-461C-9266-9DAB0185F532}" type="pres">
      <dgm:prSet presAssocID="{084CA60E-EF4E-482C-9C81-0EEEAD79DA32}" presName="compNode" presStyleCnt="0"/>
      <dgm:spPr/>
    </dgm:pt>
    <dgm:pt modelId="{CA0923CF-AB97-4DA8-AD54-B5E60A715A59}" type="pres">
      <dgm:prSet presAssocID="{084CA60E-EF4E-482C-9C81-0EEEAD79DA32}" presName="iconBgRect" presStyleLbl="bgShp" presStyleIdx="2" presStyleCnt="4"/>
      <dgm:spPr/>
    </dgm:pt>
    <dgm:pt modelId="{44A73D0A-7AD3-4C3A-8B33-94591BE8C123}" type="pres">
      <dgm:prSet presAssocID="{084CA60E-EF4E-482C-9C81-0EEEAD79DA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6E62D1F-FC5D-4966-BE3D-2F2894233739}" type="pres">
      <dgm:prSet presAssocID="{084CA60E-EF4E-482C-9C81-0EEEAD79DA32}" presName="spaceRect" presStyleCnt="0"/>
      <dgm:spPr/>
    </dgm:pt>
    <dgm:pt modelId="{FF183C99-9474-4E62-A9D6-F91C3C1F0FFD}" type="pres">
      <dgm:prSet presAssocID="{084CA60E-EF4E-482C-9C81-0EEEAD79DA32}" presName="textRect" presStyleLbl="revTx" presStyleIdx="2" presStyleCnt="4">
        <dgm:presLayoutVars>
          <dgm:chMax val="1"/>
          <dgm:chPref val="1"/>
        </dgm:presLayoutVars>
      </dgm:prSet>
      <dgm:spPr/>
    </dgm:pt>
    <dgm:pt modelId="{84407DC5-CC82-4AEB-9CA3-9AB667768E42}" type="pres">
      <dgm:prSet presAssocID="{9DCDCF76-E587-4B8C-9521-11DB876B030D}" presName="sibTrans" presStyleCnt="0"/>
      <dgm:spPr/>
    </dgm:pt>
    <dgm:pt modelId="{43BC478D-7F37-4550-830B-8CD13009122C}" type="pres">
      <dgm:prSet presAssocID="{C735D33A-7F7D-4530-B880-6AC45EB4317C}" presName="compNode" presStyleCnt="0"/>
      <dgm:spPr/>
    </dgm:pt>
    <dgm:pt modelId="{227243C6-D26F-4EE9-83B9-F2AEE8E5152D}" type="pres">
      <dgm:prSet presAssocID="{C735D33A-7F7D-4530-B880-6AC45EB4317C}" presName="iconBgRect" presStyleLbl="bgShp" presStyleIdx="3" presStyleCnt="4"/>
      <dgm:spPr/>
    </dgm:pt>
    <dgm:pt modelId="{B3FC5C48-F3F4-4784-85DA-48532B628238}" type="pres">
      <dgm:prSet presAssocID="{C735D33A-7F7D-4530-B880-6AC45EB431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AE9A186-2804-44A4-95AE-A614ABC144A9}" type="pres">
      <dgm:prSet presAssocID="{C735D33A-7F7D-4530-B880-6AC45EB4317C}" presName="spaceRect" presStyleCnt="0"/>
      <dgm:spPr/>
    </dgm:pt>
    <dgm:pt modelId="{2F0ED8D9-4FE1-4AE4-9B1E-3F92A99C801B}" type="pres">
      <dgm:prSet presAssocID="{C735D33A-7F7D-4530-B880-6AC45EB431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F76912-9287-49B4-A7EF-84A36B289173}" srcId="{9F877251-8A11-461B-A132-AB68D96D2D23}" destId="{084CA60E-EF4E-482C-9C81-0EEEAD79DA32}" srcOrd="2" destOrd="0" parTransId="{B9336D0B-3377-4330-96E7-0211E52724E1}" sibTransId="{9DCDCF76-E587-4B8C-9521-11DB876B030D}"/>
    <dgm:cxn modelId="{FB38CB16-31A9-4C35-BDF7-3E6F5733F778}" type="presOf" srcId="{9F877251-8A11-461B-A132-AB68D96D2D23}" destId="{FF529FE8-8679-4A35-A5D0-4208217030C3}" srcOrd="0" destOrd="0" presId="urn:microsoft.com/office/officeart/2018/5/layout/IconCircleLabelList"/>
    <dgm:cxn modelId="{4491FC17-D844-4798-AF36-4202E096E11A}" type="presOf" srcId="{C735D33A-7F7D-4530-B880-6AC45EB4317C}" destId="{2F0ED8D9-4FE1-4AE4-9B1E-3F92A99C801B}" srcOrd="0" destOrd="0" presId="urn:microsoft.com/office/officeart/2018/5/layout/IconCircleLabelList"/>
    <dgm:cxn modelId="{F29ECF2F-6E69-45E3-A8CC-58636AB4A974}" type="presOf" srcId="{64AC8AF1-049F-448E-A720-56D41A2E8F20}" destId="{174A33CD-1F7C-44CA-B81D-576F818B7581}" srcOrd="0" destOrd="0" presId="urn:microsoft.com/office/officeart/2018/5/layout/IconCircleLabelList"/>
    <dgm:cxn modelId="{AB42856D-8681-4D1A-94D6-F57783811D8C}" srcId="{9F877251-8A11-461B-A132-AB68D96D2D23}" destId="{64AC8AF1-049F-448E-A720-56D41A2E8F20}" srcOrd="0" destOrd="0" parTransId="{1ECD0C6E-56E0-4150-A34D-AE112A120649}" sibTransId="{6D12E90B-4C59-45A6-8DAC-96CAD36A842A}"/>
    <dgm:cxn modelId="{2E60EC96-83CA-471D-ABCE-04DE4E6F0CA0}" type="presOf" srcId="{084CA60E-EF4E-482C-9C81-0EEEAD79DA32}" destId="{FF183C99-9474-4E62-A9D6-F91C3C1F0FFD}" srcOrd="0" destOrd="0" presId="urn:microsoft.com/office/officeart/2018/5/layout/IconCircleLabelList"/>
    <dgm:cxn modelId="{C9A647AA-2F58-4FE7-AE9D-65D02CC89E3D}" srcId="{9F877251-8A11-461B-A132-AB68D96D2D23}" destId="{E384EAD8-1257-44B8-B15F-EB491C3B3618}" srcOrd="1" destOrd="0" parTransId="{0DFE2674-AA01-4A23-97D7-6D5E72D31114}" sibTransId="{8017150A-63E6-4677-BFF6-26042664D8A7}"/>
    <dgm:cxn modelId="{26D078D7-5021-4D28-8E5B-4F3E0B45A042}" type="presOf" srcId="{E384EAD8-1257-44B8-B15F-EB491C3B3618}" destId="{9E3C2D0D-F014-4D4C-BB67-FEEA46945020}" srcOrd="0" destOrd="0" presId="urn:microsoft.com/office/officeart/2018/5/layout/IconCircleLabelList"/>
    <dgm:cxn modelId="{6ECF89EF-2DBC-48DA-941D-8F6EFB3F8692}" srcId="{9F877251-8A11-461B-A132-AB68D96D2D23}" destId="{C735D33A-7F7D-4530-B880-6AC45EB4317C}" srcOrd="3" destOrd="0" parTransId="{9DCBBA6D-55E0-4656-978A-78C5A022EF49}" sibTransId="{6566D00A-03A4-4555-8BA8-7B532659464E}"/>
    <dgm:cxn modelId="{682841A3-E912-4855-8760-0F1ED59F5F19}" type="presParOf" srcId="{FF529FE8-8679-4A35-A5D0-4208217030C3}" destId="{8F720381-5938-4821-ABDB-1454C775F8EA}" srcOrd="0" destOrd="0" presId="urn:microsoft.com/office/officeart/2018/5/layout/IconCircleLabelList"/>
    <dgm:cxn modelId="{E02F6754-F452-48EF-B6E9-EB5B004A3DB3}" type="presParOf" srcId="{8F720381-5938-4821-ABDB-1454C775F8EA}" destId="{19A036FE-4244-4936-A6A2-24C2B4C56F29}" srcOrd="0" destOrd="0" presId="urn:microsoft.com/office/officeart/2018/5/layout/IconCircleLabelList"/>
    <dgm:cxn modelId="{1E830531-0E78-44C2-AF43-52208266EC53}" type="presParOf" srcId="{8F720381-5938-4821-ABDB-1454C775F8EA}" destId="{8E676669-3C71-4819-8B77-2E35269F8604}" srcOrd="1" destOrd="0" presId="urn:microsoft.com/office/officeart/2018/5/layout/IconCircleLabelList"/>
    <dgm:cxn modelId="{C47FED92-F679-41BB-B900-A8570B92F78C}" type="presParOf" srcId="{8F720381-5938-4821-ABDB-1454C775F8EA}" destId="{A8E7D021-3759-4B43-B2C0-D4A0C11C5EF2}" srcOrd="2" destOrd="0" presId="urn:microsoft.com/office/officeart/2018/5/layout/IconCircleLabelList"/>
    <dgm:cxn modelId="{64232D37-F284-49B0-9F29-E658479B4CA0}" type="presParOf" srcId="{8F720381-5938-4821-ABDB-1454C775F8EA}" destId="{174A33CD-1F7C-44CA-B81D-576F818B7581}" srcOrd="3" destOrd="0" presId="urn:microsoft.com/office/officeart/2018/5/layout/IconCircleLabelList"/>
    <dgm:cxn modelId="{E01A54AD-04E9-42CE-A5F0-1D5F4DE2742F}" type="presParOf" srcId="{FF529FE8-8679-4A35-A5D0-4208217030C3}" destId="{CB25FF95-A103-441F-A391-972454BE64C6}" srcOrd="1" destOrd="0" presId="urn:microsoft.com/office/officeart/2018/5/layout/IconCircleLabelList"/>
    <dgm:cxn modelId="{0D8ADF83-79D3-49CB-9029-36A66C7F4A29}" type="presParOf" srcId="{FF529FE8-8679-4A35-A5D0-4208217030C3}" destId="{AFE22A6A-1DBD-46C9-A144-353BCC6F50A0}" srcOrd="2" destOrd="0" presId="urn:microsoft.com/office/officeart/2018/5/layout/IconCircleLabelList"/>
    <dgm:cxn modelId="{2E95B585-CC3A-4EB9-875F-229B65986C82}" type="presParOf" srcId="{AFE22A6A-1DBD-46C9-A144-353BCC6F50A0}" destId="{BED830DD-FEF8-417E-9036-C730419896EF}" srcOrd="0" destOrd="0" presId="urn:microsoft.com/office/officeart/2018/5/layout/IconCircleLabelList"/>
    <dgm:cxn modelId="{66773A5F-2648-42C4-9093-B072CBBB8282}" type="presParOf" srcId="{AFE22A6A-1DBD-46C9-A144-353BCC6F50A0}" destId="{8E27A2BA-52E2-451D-8265-3323FD19C578}" srcOrd="1" destOrd="0" presId="urn:microsoft.com/office/officeart/2018/5/layout/IconCircleLabelList"/>
    <dgm:cxn modelId="{DD5525D1-2885-4318-BBC0-CEAEDBA35B92}" type="presParOf" srcId="{AFE22A6A-1DBD-46C9-A144-353BCC6F50A0}" destId="{5A4B48DF-0675-4F19-97C4-EA8E04295137}" srcOrd="2" destOrd="0" presId="urn:microsoft.com/office/officeart/2018/5/layout/IconCircleLabelList"/>
    <dgm:cxn modelId="{D030B837-81E0-47A6-A083-790ED8F02B6F}" type="presParOf" srcId="{AFE22A6A-1DBD-46C9-A144-353BCC6F50A0}" destId="{9E3C2D0D-F014-4D4C-BB67-FEEA46945020}" srcOrd="3" destOrd="0" presId="urn:microsoft.com/office/officeart/2018/5/layout/IconCircleLabelList"/>
    <dgm:cxn modelId="{99F2C0E6-5669-4BF8-A741-DFC0EF63542B}" type="presParOf" srcId="{FF529FE8-8679-4A35-A5D0-4208217030C3}" destId="{55242179-4FBB-45EA-8E21-CC287BA1AE8A}" srcOrd="3" destOrd="0" presId="urn:microsoft.com/office/officeart/2018/5/layout/IconCircleLabelList"/>
    <dgm:cxn modelId="{FB86333A-B880-4BF2-8D8B-D052B46B2BBA}" type="presParOf" srcId="{FF529FE8-8679-4A35-A5D0-4208217030C3}" destId="{C098A093-074B-461C-9266-9DAB0185F532}" srcOrd="4" destOrd="0" presId="urn:microsoft.com/office/officeart/2018/5/layout/IconCircleLabelList"/>
    <dgm:cxn modelId="{03A6EA7B-B7F1-4BCB-B8D2-9FE5B8DFC921}" type="presParOf" srcId="{C098A093-074B-461C-9266-9DAB0185F532}" destId="{CA0923CF-AB97-4DA8-AD54-B5E60A715A59}" srcOrd="0" destOrd="0" presId="urn:microsoft.com/office/officeart/2018/5/layout/IconCircleLabelList"/>
    <dgm:cxn modelId="{5964A21F-D70C-4D82-8F6D-B9CA5C0F389C}" type="presParOf" srcId="{C098A093-074B-461C-9266-9DAB0185F532}" destId="{44A73D0A-7AD3-4C3A-8B33-94591BE8C123}" srcOrd="1" destOrd="0" presId="urn:microsoft.com/office/officeart/2018/5/layout/IconCircleLabelList"/>
    <dgm:cxn modelId="{B324A755-94F5-45D9-8E93-170AF9AFC03B}" type="presParOf" srcId="{C098A093-074B-461C-9266-9DAB0185F532}" destId="{86E62D1F-FC5D-4966-BE3D-2F2894233739}" srcOrd="2" destOrd="0" presId="urn:microsoft.com/office/officeart/2018/5/layout/IconCircleLabelList"/>
    <dgm:cxn modelId="{6C93D320-6A20-4670-A662-7B7B1D98F747}" type="presParOf" srcId="{C098A093-074B-461C-9266-9DAB0185F532}" destId="{FF183C99-9474-4E62-A9D6-F91C3C1F0FFD}" srcOrd="3" destOrd="0" presId="urn:microsoft.com/office/officeart/2018/5/layout/IconCircleLabelList"/>
    <dgm:cxn modelId="{EF11138C-DE44-470C-A322-B70517FE5FCB}" type="presParOf" srcId="{FF529FE8-8679-4A35-A5D0-4208217030C3}" destId="{84407DC5-CC82-4AEB-9CA3-9AB667768E42}" srcOrd="5" destOrd="0" presId="urn:microsoft.com/office/officeart/2018/5/layout/IconCircleLabelList"/>
    <dgm:cxn modelId="{2679C799-EA78-4851-A830-BBEE2552EA52}" type="presParOf" srcId="{FF529FE8-8679-4A35-A5D0-4208217030C3}" destId="{43BC478D-7F37-4550-830B-8CD13009122C}" srcOrd="6" destOrd="0" presId="urn:microsoft.com/office/officeart/2018/5/layout/IconCircleLabelList"/>
    <dgm:cxn modelId="{08B211AF-01CD-461B-BB8E-6B4B26546B3B}" type="presParOf" srcId="{43BC478D-7F37-4550-830B-8CD13009122C}" destId="{227243C6-D26F-4EE9-83B9-F2AEE8E5152D}" srcOrd="0" destOrd="0" presId="urn:microsoft.com/office/officeart/2018/5/layout/IconCircleLabelList"/>
    <dgm:cxn modelId="{C487608E-9FE3-48D9-A8C7-FF6CF096A123}" type="presParOf" srcId="{43BC478D-7F37-4550-830B-8CD13009122C}" destId="{B3FC5C48-F3F4-4784-85DA-48532B628238}" srcOrd="1" destOrd="0" presId="urn:microsoft.com/office/officeart/2018/5/layout/IconCircleLabelList"/>
    <dgm:cxn modelId="{3589107F-8BEC-4DA6-A2C4-CB60F7738F20}" type="presParOf" srcId="{43BC478D-7F37-4550-830B-8CD13009122C}" destId="{BAE9A186-2804-44A4-95AE-A614ABC144A9}" srcOrd="2" destOrd="0" presId="urn:microsoft.com/office/officeart/2018/5/layout/IconCircleLabelList"/>
    <dgm:cxn modelId="{E9DC7AE5-5130-4CF4-945F-1E2455311D6B}" type="presParOf" srcId="{43BC478D-7F37-4550-830B-8CD13009122C}" destId="{2F0ED8D9-4FE1-4AE4-9B1E-3F92A99C80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587A57-8914-4E0B-8D10-9E3898D0E7B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EE8E897-435F-406A-AE95-FCC75333E4DF}">
      <dgm:prSet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Why some materials may not be available digitally</a:t>
          </a:r>
        </a:p>
      </dgm:t>
    </dgm:pt>
    <dgm:pt modelId="{DD2A0DD8-1780-466B-9151-D956D8C48B1E}" type="parTrans" cxnId="{9478B70F-0E25-43B7-B456-9EDEFC6F36F4}">
      <dgm:prSet/>
      <dgm:spPr/>
      <dgm:t>
        <a:bodyPr/>
        <a:lstStyle/>
        <a:p>
          <a:endParaRPr lang="en-US"/>
        </a:p>
      </dgm:t>
    </dgm:pt>
    <dgm:pt modelId="{3579E28E-3B8C-4CFF-9070-EEAE47B31734}" type="sibTrans" cxnId="{9478B70F-0E25-43B7-B456-9EDEFC6F36F4}">
      <dgm:prSet/>
      <dgm:spPr/>
      <dgm:t>
        <a:bodyPr/>
        <a:lstStyle/>
        <a:p>
          <a:endParaRPr lang="en-US"/>
        </a:p>
      </dgm:t>
    </dgm:pt>
    <dgm:pt modelId="{A14A30D1-B31E-4C43-A1E0-3D59DFE450A5}">
      <dgm:prSet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Copyright and use restrictions</a:t>
          </a:r>
        </a:p>
      </dgm:t>
    </dgm:pt>
    <dgm:pt modelId="{D267ADC6-7DBB-474B-A3A7-E9D03A7D34F6}" type="parTrans" cxnId="{A17067DB-1B19-453B-B8F3-EB20D3C55AB9}">
      <dgm:prSet/>
      <dgm:spPr/>
      <dgm:t>
        <a:bodyPr/>
        <a:lstStyle/>
        <a:p>
          <a:endParaRPr lang="en-US"/>
        </a:p>
      </dgm:t>
    </dgm:pt>
    <dgm:pt modelId="{EAACB1A0-CF8E-4501-976E-603A01F2369F}" type="sibTrans" cxnId="{A17067DB-1B19-453B-B8F3-EB20D3C55AB9}">
      <dgm:prSet/>
      <dgm:spPr/>
      <dgm:t>
        <a:bodyPr/>
        <a:lstStyle/>
        <a:p>
          <a:endParaRPr lang="en-US"/>
        </a:p>
      </dgm:t>
    </dgm:pt>
    <dgm:pt modelId="{4C78CB05-804E-424B-B6DC-17E563D9C0D1}">
      <dgm:prSet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Quality standards for digital reproduction</a:t>
          </a:r>
        </a:p>
      </dgm:t>
    </dgm:pt>
    <dgm:pt modelId="{F6ADD70D-4F30-49D5-8745-72BE58A18407}" type="parTrans" cxnId="{88C44C52-C567-40F1-BBFF-915C6F0154D3}">
      <dgm:prSet/>
      <dgm:spPr/>
      <dgm:t>
        <a:bodyPr/>
        <a:lstStyle/>
        <a:p>
          <a:endParaRPr lang="en-US"/>
        </a:p>
      </dgm:t>
    </dgm:pt>
    <dgm:pt modelId="{C40057D5-4EDB-4AFF-9FB1-A3FC09B38D30}" type="sibTrans" cxnId="{88C44C52-C567-40F1-BBFF-915C6F0154D3}">
      <dgm:prSet/>
      <dgm:spPr/>
      <dgm:t>
        <a:bodyPr/>
        <a:lstStyle/>
        <a:p>
          <a:endParaRPr lang="en-US"/>
        </a:p>
      </dgm:t>
    </dgm:pt>
    <dgm:pt modelId="{680036D1-65A8-426E-8A86-C5B316BA2439}">
      <dgm:prSet/>
      <dgm:spPr/>
      <dgm:t>
        <a:bodyPr/>
        <a:lstStyle/>
        <a:p>
          <a:r>
            <a:rPr lang="en-US" dirty="0">
              <a:latin typeface="Georgia" panose="02040502050405020303" pitchFamily="18" charset="0"/>
            </a:rPr>
            <a:t>Long-term preservation considerations</a:t>
          </a:r>
        </a:p>
      </dgm:t>
    </dgm:pt>
    <dgm:pt modelId="{472251FD-14A0-4437-B205-44BF6557802E}" type="parTrans" cxnId="{0A7BF786-4E6E-423F-B870-E96F62F0472B}">
      <dgm:prSet/>
      <dgm:spPr/>
      <dgm:t>
        <a:bodyPr/>
        <a:lstStyle/>
        <a:p>
          <a:endParaRPr lang="en-US"/>
        </a:p>
      </dgm:t>
    </dgm:pt>
    <dgm:pt modelId="{47989182-8F0E-40BC-A9CA-059C772D65ED}" type="sibTrans" cxnId="{0A7BF786-4E6E-423F-B870-E96F62F0472B}">
      <dgm:prSet/>
      <dgm:spPr/>
      <dgm:t>
        <a:bodyPr/>
        <a:lstStyle/>
        <a:p>
          <a:endParaRPr lang="en-US"/>
        </a:p>
      </dgm:t>
    </dgm:pt>
    <dgm:pt modelId="{51D9DE06-4028-8644-B689-83FF8B31B6CB}" type="pres">
      <dgm:prSet presAssocID="{F4587A57-8914-4E0B-8D10-9E3898D0E7BA}" presName="linear" presStyleCnt="0">
        <dgm:presLayoutVars>
          <dgm:animLvl val="lvl"/>
          <dgm:resizeHandles val="exact"/>
        </dgm:presLayoutVars>
      </dgm:prSet>
      <dgm:spPr/>
    </dgm:pt>
    <dgm:pt modelId="{F938FFD6-5DD6-E641-A336-B49683EA0022}" type="pres">
      <dgm:prSet presAssocID="{CEE8E897-435F-406A-AE95-FCC75333E4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2989BD-2750-454A-9FCC-B29048FA2636}" type="pres">
      <dgm:prSet presAssocID="{3579E28E-3B8C-4CFF-9070-EEAE47B31734}" presName="spacer" presStyleCnt="0"/>
      <dgm:spPr/>
    </dgm:pt>
    <dgm:pt modelId="{5C1E3256-E6B2-D248-AAA0-4C7F89CE099E}" type="pres">
      <dgm:prSet presAssocID="{A14A30D1-B31E-4C43-A1E0-3D59DFE450A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43A50B-1B42-B344-9DA4-F446368644EE}" type="pres">
      <dgm:prSet presAssocID="{EAACB1A0-CF8E-4501-976E-603A01F2369F}" presName="spacer" presStyleCnt="0"/>
      <dgm:spPr/>
    </dgm:pt>
    <dgm:pt modelId="{50E0BDC4-D0C9-B647-9657-7AF090784114}" type="pres">
      <dgm:prSet presAssocID="{4C78CB05-804E-424B-B6DC-17E563D9C0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6CAAD4-3CC0-E14C-A4A8-5D72C51C4C2D}" type="pres">
      <dgm:prSet presAssocID="{C40057D5-4EDB-4AFF-9FB1-A3FC09B38D30}" presName="spacer" presStyleCnt="0"/>
      <dgm:spPr/>
    </dgm:pt>
    <dgm:pt modelId="{9A9E39FA-293B-BD47-A297-5E0E9662A29C}" type="pres">
      <dgm:prSet presAssocID="{680036D1-65A8-426E-8A86-C5B316BA24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78B70F-0E25-43B7-B456-9EDEFC6F36F4}" srcId="{F4587A57-8914-4E0B-8D10-9E3898D0E7BA}" destId="{CEE8E897-435F-406A-AE95-FCC75333E4DF}" srcOrd="0" destOrd="0" parTransId="{DD2A0DD8-1780-466B-9151-D956D8C48B1E}" sibTransId="{3579E28E-3B8C-4CFF-9070-EEAE47B31734}"/>
    <dgm:cxn modelId="{EB538C4E-9684-5047-BACC-45A30198D8B2}" type="presOf" srcId="{F4587A57-8914-4E0B-8D10-9E3898D0E7BA}" destId="{51D9DE06-4028-8644-B689-83FF8B31B6CB}" srcOrd="0" destOrd="0" presId="urn:microsoft.com/office/officeart/2005/8/layout/vList2"/>
    <dgm:cxn modelId="{88C44C52-C567-40F1-BBFF-915C6F0154D3}" srcId="{F4587A57-8914-4E0B-8D10-9E3898D0E7BA}" destId="{4C78CB05-804E-424B-B6DC-17E563D9C0D1}" srcOrd="2" destOrd="0" parTransId="{F6ADD70D-4F30-49D5-8745-72BE58A18407}" sibTransId="{C40057D5-4EDB-4AFF-9FB1-A3FC09B38D30}"/>
    <dgm:cxn modelId="{2FA27C6F-DE1E-1842-A703-D94765B61D0B}" type="presOf" srcId="{A14A30D1-B31E-4C43-A1E0-3D59DFE450A5}" destId="{5C1E3256-E6B2-D248-AAA0-4C7F89CE099E}" srcOrd="0" destOrd="0" presId="urn:microsoft.com/office/officeart/2005/8/layout/vList2"/>
    <dgm:cxn modelId="{0A7BF786-4E6E-423F-B870-E96F62F0472B}" srcId="{F4587A57-8914-4E0B-8D10-9E3898D0E7BA}" destId="{680036D1-65A8-426E-8A86-C5B316BA2439}" srcOrd="3" destOrd="0" parTransId="{472251FD-14A0-4437-B205-44BF6557802E}" sibTransId="{47989182-8F0E-40BC-A9CA-059C772D65ED}"/>
    <dgm:cxn modelId="{8C5D2F9A-0702-1A4E-AF93-3568BF228483}" type="presOf" srcId="{4C78CB05-804E-424B-B6DC-17E563D9C0D1}" destId="{50E0BDC4-D0C9-B647-9657-7AF090784114}" srcOrd="0" destOrd="0" presId="urn:microsoft.com/office/officeart/2005/8/layout/vList2"/>
    <dgm:cxn modelId="{7368C1B8-65A5-1841-88C9-C87E80A13C98}" type="presOf" srcId="{680036D1-65A8-426E-8A86-C5B316BA2439}" destId="{9A9E39FA-293B-BD47-A297-5E0E9662A29C}" srcOrd="0" destOrd="0" presId="urn:microsoft.com/office/officeart/2005/8/layout/vList2"/>
    <dgm:cxn modelId="{A7FA8EBD-1A1C-9140-94A0-2696A1DDFD59}" type="presOf" srcId="{CEE8E897-435F-406A-AE95-FCC75333E4DF}" destId="{F938FFD6-5DD6-E641-A336-B49683EA0022}" srcOrd="0" destOrd="0" presId="urn:microsoft.com/office/officeart/2005/8/layout/vList2"/>
    <dgm:cxn modelId="{A17067DB-1B19-453B-B8F3-EB20D3C55AB9}" srcId="{F4587A57-8914-4E0B-8D10-9E3898D0E7BA}" destId="{A14A30D1-B31E-4C43-A1E0-3D59DFE450A5}" srcOrd="1" destOrd="0" parTransId="{D267ADC6-7DBB-474B-A3A7-E9D03A7D34F6}" sibTransId="{EAACB1A0-CF8E-4501-976E-603A01F2369F}"/>
    <dgm:cxn modelId="{346F2663-900E-B941-9DE6-0F8F2EEA40FF}" type="presParOf" srcId="{51D9DE06-4028-8644-B689-83FF8B31B6CB}" destId="{F938FFD6-5DD6-E641-A336-B49683EA0022}" srcOrd="0" destOrd="0" presId="urn:microsoft.com/office/officeart/2005/8/layout/vList2"/>
    <dgm:cxn modelId="{3199E9C1-A902-FF44-9B6D-05EBB3265941}" type="presParOf" srcId="{51D9DE06-4028-8644-B689-83FF8B31B6CB}" destId="{032989BD-2750-454A-9FCC-B29048FA2636}" srcOrd="1" destOrd="0" presId="urn:microsoft.com/office/officeart/2005/8/layout/vList2"/>
    <dgm:cxn modelId="{5CE84A9F-FF9E-DF4D-B85D-DC14E7474734}" type="presParOf" srcId="{51D9DE06-4028-8644-B689-83FF8B31B6CB}" destId="{5C1E3256-E6B2-D248-AAA0-4C7F89CE099E}" srcOrd="2" destOrd="0" presId="urn:microsoft.com/office/officeart/2005/8/layout/vList2"/>
    <dgm:cxn modelId="{0AF867D9-199C-E540-BF26-C4ECA8002A54}" type="presParOf" srcId="{51D9DE06-4028-8644-B689-83FF8B31B6CB}" destId="{6D43A50B-1B42-B344-9DA4-F446368644EE}" srcOrd="3" destOrd="0" presId="urn:microsoft.com/office/officeart/2005/8/layout/vList2"/>
    <dgm:cxn modelId="{FBEC2803-AAFC-3644-8299-AB5860D3CEE5}" type="presParOf" srcId="{51D9DE06-4028-8644-B689-83FF8B31B6CB}" destId="{50E0BDC4-D0C9-B647-9657-7AF090784114}" srcOrd="4" destOrd="0" presId="urn:microsoft.com/office/officeart/2005/8/layout/vList2"/>
    <dgm:cxn modelId="{A7F247B6-5B16-6542-91EC-2098E6DA6E2D}" type="presParOf" srcId="{51D9DE06-4028-8644-B689-83FF8B31B6CB}" destId="{306CAAD4-3CC0-E14C-A4A8-5D72C51C4C2D}" srcOrd="5" destOrd="0" presId="urn:microsoft.com/office/officeart/2005/8/layout/vList2"/>
    <dgm:cxn modelId="{9665DFEE-9A04-9743-8215-AC6C136F8DA4}" type="presParOf" srcId="{51D9DE06-4028-8644-B689-83FF8B31B6CB}" destId="{9A9E39FA-293B-BD47-A297-5E0E9662A2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322904-6E66-4F8D-AB05-7C6437D5DF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6FC1E81-A8CE-49B9-9AA8-C03852C670A3}">
      <dgm:prSet/>
      <dgm:spPr/>
      <dgm:t>
        <a:bodyPr/>
        <a:lstStyle/>
        <a:p>
          <a:r>
            <a:rPr lang="en-US"/>
            <a:t>Provide hands-on practice with all patron-facing systems</a:t>
          </a:r>
        </a:p>
      </dgm:t>
    </dgm:pt>
    <dgm:pt modelId="{219DC7B6-880C-4735-A5F5-74E30B983293}" type="parTrans" cxnId="{DACB37D3-4E9A-4AFE-AB05-D96ADDDE2E86}">
      <dgm:prSet/>
      <dgm:spPr/>
      <dgm:t>
        <a:bodyPr/>
        <a:lstStyle/>
        <a:p>
          <a:endParaRPr lang="en-US"/>
        </a:p>
      </dgm:t>
    </dgm:pt>
    <dgm:pt modelId="{A5ED988C-A778-40D3-8870-ED07723CFD93}" type="sibTrans" cxnId="{DACB37D3-4E9A-4AFE-AB05-D96ADDDE2E86}">
      <dgm:prSet/>
      <dgm:spPr/>
      <dgm:t>
        <a:bodyPr/>
        <a:lstStyle/>
        <a:p>
          <a:endParaRPr lang="en-US"/>
        </a:p>
      </dgm:t>
    </dgm:pt>
    <dgm:pt modelId="{A93647FE-6F27-47FB-B463-1B40336130B5}">
      <dgm:prSet/>
      <dgm:spPr/>
      <dgm:t>
        <a:bodyPr/>
        <a:lstStyle/>
        <a:p>
          <a:r>
            <a:rPr lang="en-US"/>
            <a:t>Create quick reference guides for common tasks</a:t>
          </a:r>
        </a:p>
      </dgm:t>
    </dgm:pt>
    <dgm:pt modelId="{F2E24A38-1992-49A9-81DF-DD1C9A161329}" type="parTrans" cxnId="{47A07845-4F4C-49CF-832B-3C34BCAC61D3}">
      <dgm:prSet/>
      <dgm:spPr/>
      <dgm:t>
        <a:bodyPr/>
        <a:lstStyle/>
        <a:p>
          <a:endParaRPr lang="en-US"/>
        </a:p>
      </dgm:t>
    </dgm:pt>
    <dgm:pt modelId="{11A6328C-6540-4834-A24C-989AE69EE28B}" type="sibTrans" cxnId="{47A07845-4F4C-49CF-832B-3C34BCAC61D3}">
      <dgm:prSet/>
      <dgm:spPr/>
      <dgm:t>
        <a:bodyPr/>
        <a:lstStyle/>
        <a:p>
          <a:endParaRPr lang="en-US"/>
        </a:p>
      </dgm:t>
    </dgm:pt>
    <dgm:pt modelId="{15EC31F5-C9DF-4808-B55E-68B0D31F3C6D}">
      <dgm:prSet/>
      <dgm:spPr/>
      <dgm:t>
        <a:bodyPr/>
        <a:lstStyle/>
        <a:p>
          <a:r>
            <a:rPr lang="en-US"/>
            <a:t>Establish protocols for technical difficulties</a:t>
          </a:r>
        </a:p>
      </dgm:t>
    </dgm:pt>
    <dgm:pt modelId="{D0BC8F83-F8C2-472A-B5DB-AEBE012FD5D1}" type="parTrans" cxnId="{10233A59-7918-4864-9A51-03094CCE3C1C}">
      <dgm:prSet/>
      <dgm:spPr/>
      <dgm:t>
        <a:bodyPr/>
        <a:lstStyle/>
        <a:p>
          <a:endParaRPr lang="en-US"/>
        </a:p>
      </dgm:t>
    </dgm:pt>
    <dgm:pt modelId="{2159E7FA-ACCF-48FE-AB73-452CD8EFF826}" type="sibTrans" cxnId="{10233A59-7918-4864-9A51-03094CCE3C1C}">
      <dgm:prSet/>
      <dgm:spPr/>
      <dgm:t>
        <a:bodyPr/>
        <a:lstStyle/>
        <a:p>
          <a:endParaRPr lang="en-US"/>
        </a:p>
      </dgm:t>
    </dgm:pt>
    <dgm:pt modelId="{E8447E01-E7B4-4ABF-AA13-A064805156CB}">
      <dgm:prSet/>
      <dgm:spPr/>
      <dgm:t>
        <a:bodyPr/>
        <a:lstStyle/>
        <a:p>
          <a:r>
            <a:rPr lang="en-US"/>
            <a:t>Maintain updated equipment and software</a:t>
          </a:r>
        </a:p>
      </dgm:t>
    </dgm:pt>
    <dgm:pt modelId="{169B970B-942B-4E58-B3AF-1238524002AF}" type="parTrans" cxnId="{36483551-2159-406E-93C4-073BA6A33463}">
      <dgm:prSet/>
      <dgm:spPr/>
      <dgm:t>
        <a:bodyPr/>
        <a:lstStyle/>
        <a:p>
          <a:endParaRPr lang="en-US"/>
        </a:p>
      </dgm:t>
    </dgm:pt>
    <dgm:pt modelId="{83C939F4-BCE6-431F-9DAF-3D010B724B7E}" type="sibTrans" cxnId="{36483551-2159-406E-93C4-073BA6A33463}">
      <dgm:prSet/>
      <dgm:spPr/>
      <dgm:t>
        <a:bodyPr/>
        <a:lstStyle/>
        <a:p>
          <a:endParaRPr lang="en-US"/>
        </a:p>
      </dgm:t>
    </dgm:pt>
    <dgm:pt modelId="{DA9F3DCF-9142-4613-9F1C-29C4ED477F46}" type="pres">
      <dgm:prSet presAssocID="{72322904-6E66-4F8D-AB05-7C6437D5DF0F}" presName="root" presStyleCnt="0">
        <dgm:presLayoutVars>
          <dgm:dir/>
          <dgm:resizeHandles val="exact"/>
        </dgm:presLayoutVars>
      </dgm:prSet>
      <dgm:spPr/>
    </dgm:pt>
    <dgm:pt modelId="{35E00B00-9B6A-4FFF-975E-109DB71E9B66}" type="pres">
      <dgm:prSet presAssocID="{06FC1E81-A8CE-49B9-9AA8-C03852C670A3}" presName="compNode" presStyleCnt="0"/>
      <dgm:spPr/>
    </dgm:pt>
    <dgm:pt modelId="{554D9F8C-19A1-4059-B460-C4005D1B3D6E}" type="pres">
      <dgm:prSet presAssocID="{06FC1E81-A8CE-49B9-9AA8-C03852C670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41495C1-078C-4AE4-A654-2184A6AB28CD}" type="pres">
      <dgm:prSet presAssocID="{06FC1E81-A8CE-49B9-9AA8-C03852C670A3}" presName="spaceRect" presStyleCnt="0"/>
      <dgm:spPr/>
    </dgm:pt>
    <dgm:pt modelId="{097929BF-C990-4DBE-8049-9C5927FE344F}" type="pres">
      <dgm:prSet presAssocID="{06FC1E81-A8CE-49B9-9AA8-C03852C670A3}" presName="textRect" presStyleLbl="revTx" presStyleIdx="0" presStyleCnt="4">
        <dgm:presLayoutVars>
          <dgm:chMax val="1"/>
          <dgm:chPref val="1"/>
        </dgm:presLayoutVars>
      </dgm:prSet>
      <dgm:spPr/>
    </dgm:pt>
    <dgm:pt modelId="{C0C3C58A-2A10-4924-99B2-992A14482996}" type="pres">
      <dgm:prSet presAssocID="{A5ED988C-A778-40D3-8870-ED07723CFD93}" presName="sibTrans" presStyleCnt="0"/>
      <dgm:spPr/>
    </dgm:pt>
    <dgm:pt modelId="{A05C2772-D156-4C33-A017-A98338C0C809}" type="pres">
      <dgm:prSet presAssocID="{A93647FE-6F27-47FB-B463-1B40336130B5}" presName="compNode" presStyleCnt="0"/>
      <dgm:spPr/>
    </dgm:pt>
    <dgm:pt modelId="{8E83DC13-29FF-4AE6-97CB-94B1D1E8EE11}" type="pres">
      <dgm:prSet presAssocID="{A93647FE-6F27-47FB-B463-1B40336130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9259D57-28F1-4641-897B-C3106DAF5E2D}" type="pres">
      <dgm:prSet presAssocID="{A93647FE-6F27-47FB-B463-1B40336130B5}" presName="spaceRect" presStyleCnt="0"/>
      <dgm:spPr/>
    </dgm:pt>
    <dgm:pt modelId="{6526DD0B-1BAA-4E59-9D76-1FB886136D57}" type="pres">
      <dgm:prSet presAssocID="{A93647FE-6F27-47FB-B463-1B40336130B5}" presName="textRect" presStyleLbl="revTx" presStyleIdx="1" presStyleCnt="4">
        <dgm:presLayoutVars>
          <dgm:chMax val="1"/>
          <dgm:chPref val="1"/>
        </dgm:presLayoutVars>
      </dgm:prSet>
      <dgm:spPr/>
    </dgm:pt>
    <dgm:pt modelId="{A4556515-83FC-4AB7-BF1C-3D1B6C0BC3F9}" type="pres">
      <dgm:prSet presAssocID="{11A6328C-6540-4834-A24C-989AE69EE28B}" presName="sibTrans" presStyleCnt="0"/>
      <dgm:spPr/>
    </dgm:pt>
    <dgm:pt modelId="{A47134B0-B195-4AA9-9DF9-AD380B93BC06}" type="pres">
      <dgm:prSet presAssocID="{15EC31F5-C9DF-4808-B55E-68B0D31F3C6D}" presName="compNode" presStyleCnt="0"/>
      <dgm:spPr/>
    </dgm:pt>
    <dgm:pt modelId="{3175B3AE-98D1-4C39-B687-632764B01DE2}" type="pres">
      <dgm:prSet presAssocID="{15EC31F5-C9DF-4808-B55E-68B0D31F3C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CA4495D-5879-4424-AF90-06CE7ADFC3FD}" type="pres">
      <dgm:prSet presAssocID="{15EC31F5-C9DF-4808-B55E-68B0D31F3C6D}" presName="spaceRect" presStyleCnt="0"/>
      <dgm:spPr/>
    </dgm:pt>
    <dgm:pt modelId="{21278696-AF8A-460C-94DC-76A279765CC4}" type="pres">
      <dgm:prSet presAssocID="{15EC31F5-C9DF-4808-B55E-68B0D31F3C6D}" presName="textRect" presStyleLbl="revTx" presStyleIdx="2" presStyleCnt="4">
        <dgm:presLayoutVars>
          <dgm:chMax val="1"/>
          <dgm:chPref val="1"/>
        </dgm:presLayoutVars>
      </dgm:prSet>
      <dgm:spPr/>
    </dgm:pt>
    <dgm:pt modelId="{E6B907D1-D561-4F28-AF61-55F74A3C473C}" type="pres">
      <dgm:prSet presAssocID="{2159E7FA-ACCF-48FE-AB73-452CD8EFF826}" presName="sibTrans" presStyleCnt="0"/>
      <dgm:spPr/>
    </dgm:pt>
    <dgm:pt modelId="{96B82F17-79C7-49ED-9F1B-9121C9C8FB46}" type="pres">
      <dgm:prSet presAssocID="{E8447E01-E7B4-4ABF-AA13-A064805156CB}" presName="compNode" presStyleCnt="0"/>
      <dgm:spPr/>
    </dgm:pt>
    <dgm:pt modelId="{D741A13E-C934-4FBE-B48F-AB8A76DAD3E1}" type="pres">
      <dgm:prSet presAssocID="{E8447E01-E7B4-4ABF-AA13-A064805156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7743DE9-4488-4090-8514-F1552A417251}" type="pres">
      <dgm:prSet presAssocID="{E8447E01-E7B4-4ABF-AA13-A064805156CB}" presName="spaceRect" presStyleCnt="0"/>
      <dgm:spPr/>
    </dgm:pt>
    <dgm:pt modelId="{B09B6DF9-3690-4301-B609-8B6576322836}" type="pres">
      <dgm:prSet presAssocID="{E8447E01-E7B4-4ABF-AA13-A064805156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02742B-F423-4F7B-A911-47A1047776B3}" type="presOf" srcId="{72322904-6E66-4F8D-AB05-7C6437D5DF0F}" destId="{DA9F3DCF-9142-4613-9F1C-29C4ED477F46}" srcOrd="0" destOrd="0" presId="urn:microsoft.com/office/officeart/2018/2/layout/IconLabelList"/>
    <dgm:cxn modelId="{47A07845-4F4C-49CF-832B-3C34BCAC61D3}" srcId="{72322904-6E66-4F8D-AB05-7C6437D5DF0F}" destId="{A93647FE-6F27-47FB-B463-1B40336130B5}" srcOrd="1" destOrd="0" parTransId="{F2E24A38-1992-49A9-81DF-DD1C9A161329}" sibTransId="{11A6328C-6540-4834-A24C-989AE69EE28B}"/>
    <dgm:cxn modelId="{36483551-2159-406E-93C4-073BA6A33463}" srcId="{72322904-6E66-4F8D-AB05-7C6437D5DF0F}" destId="{E8447E01-E7B4-4ABF-AA13-A064805156CB}" srcOrd="3" destOrd="0" parTransId="{169B970B-942B-4E58-B3AF-1238524002AF}" sibTransId="{83C939F4-BCE6-431F-9DAF-3D010B724B7E}"/>
    <dgm:cxn modelId="{10233A59-7918-4864-9A51-03094CCE3C1C}" srcId="{72322904-6E66-4F8D-AB05-7C6437D5DF0F}" destId="{15EC31F5-C9DF-4808-B55E-68B0D31F3C6D}" srcOrd="2" destOrd="0" parTransId="{D0BC8F83-F8C2-472A-B5DB-AEBE012FD5D1}" sibTransId="{2159E7FA-ACCF-48FE-AB73-452CD8EFF826}"/>
    <dgm:cxn modelId="{053AFD7C-360B-4753-B86B-185C7BB8C833}" type="presOf" srcId="{A93647FE-6F27-47FB-B463-1B40336130B5}" destId="{6526DD0B-1BAA-4E59-9D76-1FB886136D57}" srcOrd="0" destOrd="0" presId="urn:microsoft.com/office/officeart/2018/2/layout/IconLabelList"/>
    <dgm:cxn modelId="{FAD19289-7D4A-47CD-99BC-BF23DAC333A2}" type="presOf" srcId="{15EC31F5-C9DF-4808-B55E-68B0D31F3C6D}" destId="{21278696-AF8A-460C-94DC-76A279765CC4}" srcOrd="0" destOrd="0" presId="urn:microsoft.com/office/officeart/2018/2/layout/IconLabelList"/>
    <dgm:cxn modelId="{DACB37D3-4E9A-4AFE-AB05-D96ADDDE2E86}" srcId="{72322904-6E66-4F8D-AB05-7C6437D5DF0F}" destId="{06FC1E81-A8CE-49B9-9AA8-C03852C670A3}" srcOrd="0" destOrd="0" parTransId="{219DC7B6-880C-4735-A5F5-74E30B983293}" sibTransId="{A5ED988C-A778-40D3-8870-ED07723CFD93}"/>
    <dgm:cxn modelId="{F4A8B1EB-43CC-47C1-A1F1-19D407214CCD}" type="presOf" srcId="{06FC1E81-A8CE-49B9-9AA8-C03852C670A3}" destId="{097929BF-C990-4DBE-8049-9C5927FE344F}" srcOrd="0" destOrd="0" presId="urn:microsoft.com/office/officeart/2018/2/layout/IconLabelList"/>
    <dgm:cxn modelId="{93C2C1ED-0788-41BC-A281-6F4C75433543}" type="presOf" srcId="{E8447E01-E7B4-4ABF-AA13-A064805156CB}" destId="{B09B6DF9-3690-4301-B609-8B6576322836}" srcOrd="0" destOrd="0" presId="urn:microsoft.com/office/officeart/2018/2/layout/IconLabelList"/>
    <dgm:cxn modelId="{C3B28154-E7F1-4204-BD2C-10075B977352}" type="presParOf" srcId="{DA9F3DCF-9142-4613-9F1C-29C4ED477F46}" destId="{35E00B00-9B6A-4FFF-975E-109DB71E9B66}" srcOrd="0" destOrd="0" presId="urn:microsoft.com/office/officeart/2018/2/layout/IconLabelList"/>
    <dgm:cxn modelId="{C6FD75FF-784B-4D43-8671-A17ECB26C73D}" type="presParOf" srcId="{35E00B00-9B6A-4FFF-975E-109DB71E9B66}" destId="{554D9F8C-19A1-4059-B460-C4005D1B3D6E}" srcOrd="0" destOrd="0" presId="urn:microsoft.com/office/officeart/2018/2/layout/IconLabelList"/>
    <dgm:cxn modelId="{3DCD8DA0-9700-49F2-B2FC-31DF8BCCC598}" type="presParOf" srcId="{35E00B00-9B6A-4FFF-975E-109DB71E9B66}" destId="{D41495C1-078C-4AE4-A654-2184A6AB28CD}" srcOrd="1" destOrd="0" presId="urn:microsoft.com/office/officeart/2018/2/layout/IconLabelList"/>
    <dgm:cxn modelId="{5D36DA40-3CD1-4FA6-997D-B04B4BCBC27C}" type="presParOf" srcId="{35E00B00-9B6A-4FFF-975E-109DB71E9B66}" destId="{097929BF-C990-4DBE-8049-9C5927FE344F}" srcOrd="2" destOrd="0" presId="urn:microsoft.com/office/officeart/2018/2/layout/IconLabelList"/>
    <dgm:cxn modelId="{0510D010-A2CF-4CDB-B3DA-6B1E9B8E8EF7}" type="presParOf" srcId="{DA9F3DCF-9142-4613-9F1C-29C4ED477F46}" destId="{C0C3C58A-2A10-4924-99B2-992A14482996}" srcOrd="1" destOrd="0" presId="urn:microsoft.com/office/officeart/2018/2/layout/IconLabelList"/>
    <dgm:cxn modelId="{ADE8B3D0-C6F8-446F-A8F6-8F62D1245028}" type="presParOf" srcId="{DA9F3DCF-9142-4613-9F1C-29C4ED477F46}" destId="{A05C2772-D156-4C33-A017-A98338C0C809}" srcOrd="2" destOrd="0" presId="urn:microsoft.com/office/officeart/2018/2/layout/IconLabelList"/>
    <dgm:cxn modelId="{68CE2C79-1D82-4555-A8FA-01D0FFE32C1B}" type="presParOf" srcId="{A05C2772-D156-4C33-A017-A98338C0C809}" destId="{8E83DC13-29FF-4AE6-97CB-94B1D1E8EE11}" srcOrd="0" destOrd="0" presId="urn:microsoft.com/office/officeart/2018/2/layout/IconLabelList"/>
    <dgm:cxn modelId="{12D8FD37-92CC-481F-87BB-A7C37BFEAA2C}" type="presParOf" srcId="{A05C2772-D156-4C33-A017-A98338C0C809}" destId="{59259D57-28F1-4641-897B-C3106DAF5E2D}" srcOrd="1" destOrd="0" presId="urn:microsoft.com/office/officeart/2018/2/layout/IconLabelList"/>
    <dgm:cxn modelId="{883C8852-6BBF-428D-B3C5-55302B762076}" type="presParOf" srcId="{A05C2772-D156-4C33-A017-A98338C0C809}" destId="{6526DD0B-1BAA-4E59-9D76-1FB886136D57}" srcOrd="2" destOrd="0" presId="urn:microsoft.com/office/officeart/2018/2/layout/IconLabelList"/>
    <dgm:cxn modelId="{6C26FEF0-FD04-49D4-B49F-057963166216}" type="presParOf" srcId="{DA9F3DCF-9142-4613-9F1C-29C4ED477F46}" destId="{A4556515-83FC-4AB7-BF1C-3D1B6C0BC3F9}" srcOrd="3" destOrd="0" presId="urn:microsoft.com/office/officeart/2018/2/layout/IconLabelList"/>
    <dgm:cxn modelId="{9700CA81-795F-4C85-AEC1-5E75AC084DF6}" type="presParOf" srcId="{DA9F3DCF-9142-4613-9F1C-29C4ED477F46}" destId="{A47134B0-B195-4AA9-9DF9-AD380B93BC06}" srcOrd="4" destOrd="0" presId="urn:microsoft.com/office/officeart/2018/2/layout/IconLabelList"/>
    <dgm:cxn modelId="{751AA844-D719-4787-AE69-5AB290644626}" type="presParOf" srcId="{A47134B0-B195-4AA9-9DF9-AD380B93BC06}" destId="{3175B3AE-98D1-4C39-B687-632764B01DE2}" srcOrd="0" destOrd="0" presId="urn:microsoft.com/office/officeart/2018/2/layout/IconLabelList"/>
    <dgm:cxn modelId="{C4521FA5-BC50-42FF-9208-E126F025DD1B}" type="presParOf" srcId="{A47134B0-B195-4AA9-9DF9-AD380B93BC06}" destId="{ECA4495D-5879-4424-AF90-06CE7ADFC3FD}" srcOrd="1" destOrd="0" presId="urn:microsoft.com/office/officeart/2018/2/layout/IconLabelList"/>
    <dgm:cxn modelId="{5EA26FE2-4FE5-4A74-959B-6794BD35AD00}" type="presParOf" srcId="{A47134B0-B195-4AA9-9DF9-AD380B93BC06}" destId="{21278696-AF8A-460C-94DC-76A279765CC4}" srcOrd="2" destOrd="0" presId="urn:microsoft.com/office/officeart/2018/2/layout/IconLabelList"/>
    <dgm:cxn modelId="{DADD0DA7-7F59-4E09-AA57-A62FCECD7B15}" type="presParOf" srcId="{DA9F3DCF-9142-4613-9F1C-29C4ED477F46}" destId="{E6B907D1-D561-4F28-AF61-55F74A3C473C}" srcOrd="5" destOrd="0" presId="urn:microsoft.com/office/officeart/2018/2/layout/IconLabelList"/>
    <dgm:cxn modelId="{D3EF885B-8510-4751-BA73-6DEEB3DCC31B}" type="presParOf" srcId="{DA9F3DCF-9142-4613-9F1C-29C4ED477F46}" destId="{96B82F17-79C7-49ED-9F1B-9121C9C8FB46}" srcOrd="6" destOrd="0" presId="urn:microsoft.com/office/officeart/2018/2/layout/IconLabelList"/>
    <dgm:cxn modelId="{8CA32A32-BFDC-4D94-9D88-AFCA1AF85570}" type="presParOf" srcId="{96B82F17-79C7-49ED-9F1B-9121C9C8FB46}" destId="{D741A13E-C934-4FBE-B48F-AB8A76DAD3E1}" srcOrd="0" destOrd="0" presId="urn:microsoft.com/office/officeart/2018/2/layout/IconLabelList"/>
    <dgm:cxn modelId="{370CF526-BF29-4C5E-816C-94BD41140E44}" type="presParOf" srcId="{96B82F17-79C7-49ED-9F1B-9121C9C8FB46}" destId="{17743DE9-4488-4090-8514-F1552A417251}" srcOrd="1" destOrd="0" presId="urn:microsoft.com/office/officeart/2018/2/layout/IconLabelList"/>
    <dgm:cxn modelId="{B7B23796-FD76-4C92-8A2C-2933D79D44E7}" type="presParOf" srcId="{96B82F17-79C7-49ED-9F1B-9121C9C8FB46}" destId="{B09B6DF9-3690-4301-B609-8B65763228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D7B877-4E0C-463F-B5F8-759051B30E5E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81D91A-7905-4869-B0BA-55895CC33A3F}">
      <dgm:prSet/>
      <dgm:spPr/>
      <dgm:t>
        <a:bodyPr/>
        <a:lstStyle/>
        <a:p>
          <a:r>
            <a:rPr lang="en-US" b="1" i="0" dirty="0">
              <a:latin typeface="Georgia" panose="02040502050405020303" pitchFamily="18" charset="0"/>
            </a:rPr>
            <a:t>Physical Disabilities:</a:t>
          </a:r>
        </a:p>
        <a:p>
          <a:r>
            <a:rPr lang="en-US" b="0" i="0" dirty="0">
              <a:latin typeface="Georgia" panose="02040502050405020303" pitchFamily="18" charset="0"/>
            </a:rPr>
            <a:t> </a:t>
          </a:r>
          <a:r>
            <a:rPr lang="en-US" dirty="0">
              <a:latin typeface="Georgia" panose="02040502050405020303" pitchFamily="18" charset="0"/>
            </a:rPr>
            <a:t>Mobility challenges, wheelchair access</a:t>
          </a:r>
        </a:p>
      </dgm:t>
    </dgm:pt>
    <dgm:pt modelId="{B05D6B28-2987-43EB-9873-E5782B801729}" type="parTrans" cxnId="{0939FC00-4F73-44D8-BB2D-3E5F7C6CF94C}">
      <dgm:prSet/>
      <dgm:spPr/>
      <dgm:t>
        <a:bodyPr/>
        <a:lstStyle/>
        <a:p>
          <a:endParaRPr lang="en-US"/>
        </a:p>
      </dgm:t>
    </dgm:pt>
    <dgm:pt modelId="{7BF982DB-CC63-4FE5-B9F4-8AC978C59BE8}" type="sibTrans" cxnId="{0939FC00-4F73-44D8-BB2D-3E5F7C6CF94C}">
      <dgm:prSet/>
      <dgm:spPr/>
      <dgm:t>
        <a:bodyPr/>
        <a:lstStyle/>
        <a:p>
          <a:endParaRPr lang="en-US"/>
        </a:p>
      </dgm:t>
    </dgm:pt>
    <dgm:pt modelId="{D637F242-784A-4DC6-A2AD-B95632F626D3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Visual Impairments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Magnification needs, screen readers</a:t>
          </a:r>
        </a:p>
      </dgm:t>
    </dgm:pt>
    <dgm:pt modelId="{5CA58AEE-E479-4D18-98C4-9AAE1EF49AAC}" type="parTrans" cxnId="{DF7AABF7-8535-4419-8066-F3ACF0CA8DB6}">
      <dgm:prSet/>
      <dgm:spPr/>
      <dgm:t>
        <a:bodyPr/>
        <a:lstStyle/>
        <a:p>
          <a:endParaRPr lang="en-US"/>
        </a:p>
      </dgm:t>
    </dgm:pt>
    <dgm:pt modelId="{ECF24277-C3DC-4DD8-87FF-04CCD72C1378}" type="sibTrans" cxnId="{DF7AABF7-8535-4419-8066-F3ACF0CA8DB6}">
      <dgm:prSet/>
      <dgm:spPr/>
      <dgm:t>
        <a:bodyPr/>
        <a:lstStyle/>
        <a:p>
          <a:endParaRPr lang="en-US"/>
        </a:p>
      </dgm:t>
    </dgm:pt>
    <dgm:pt modelId="{53B0811C-7522-4906-96FF-022400F72DB6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Hearing Impairments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Communication accommodations</a:t>
          </a:r>
        </a:p>
      </dgm:t>
    </dgm:pt>
    <dgm:pt modelId="{193F8664-7CA1-4786-98B7-5E7F6155234A}" type="parTrans" cxnId="{2A83A537-311A-4470-B98B-8F7C82492BB0}">
      <dgm:prSet/>
      <dgm:spPr/>
      <dgm:t>
        <a:bodyPr/>
        <a:lstStyle/>
        <a:p>
          <a:endParaRPr lang="en-US"/>
        </a:p>
      </dgm:t>
    </dgm:pt>
    <dgm:pt modelId="{B2BF12F5-B0B3-464D-87A0-14F8057BB6AE}" type="sibTrans" cxnId="{2A83A537-311A-4470-B98B-8F7C82492BB0}">
      <dgm:prSet/>
      <dgm:spPr/>
      <dgm:t>
        <a:bodyPr/>
        <a:lstStyle/>
        <a:p>
          <a:endParaRPr lang="en-US"/>
        </a:p>
      </dgm:t>
    </dgm:pt>
    <dgm:pt modelId="{8CD939AA-01DB-483A-A7C1-80C4CA162221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Cognitive Differences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Processing time, instruction clarity</a:t>
          </a:r>
        </a:p>
      </dgm:t>
    </dgm:pt>
    <dgm:pt modelId="{C2AE2611-DCC4-497A-AE1F-1C16B77E8414}" type="parTrans" cxnId="{CA334720-A896-42C8-8A77-EA85340237E8}">
      <dgm:prSet/>
      <dgm:spPr/>
      <dgm:t>
        <a:bodyPr/>
        <a:lstStyle/>
        <a:p>
          <a:endParaRPr lang="en-US"/>
        </a:p>
      </dgm:t>
    </dgm:pt>
    <dgm:pt modelId="{261EE8D3-6945-4456-952C-627F285F30BE}" type="sibTrans" cxnId="{CA334720-A896-42C8-8A77-EA85340237E8}">
      <dgm:prSet/>
      <dgm:spPr/>
      <dgm:t>
        <a:bodyPr/>
        <a:lstStyle/>
        <a:p>
          <a:endParaRPr lang="en-US"/>
        </a:p>
      </dgm:t>
    </dgm:pt>
    <dgm:pt modelId="{A85AFBCB-73D5-4F9B-9E70-B1C829BAC7EA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Temporary Limitations</a:t>
          </a:r>
          <a:r>
            <a:rPr lang="en-US" dirty="0">
              <a:latin typeface="Georgia" panose="02040502050405020303" pitchFamily="18" charset="0"/>
            </a:rPr>
            <a:t>:</a:t>
          </a:r>
        </a:p>
        <a:p>
          <a:r>
            <a:rPr lang="en-US" dirty="0">
              <a:latin typeface="Georgia" panose="02040502050405020303" pitchFamily="18" charset="0"/>
            </a:rPr>
            <a:t> Injuries, medical conditions</a:t>
          </a:r>
        </a:p>
      </dgm:t>
    </dgm:pt>
    <dgm:pt modelId="{53C340F1-D8F2-4384-BBEF-4BF234940E1D}" type="parTrans" cxnId="{CB80FBE2-40DC-4157-8668-C3F33E8FFC67}">
      <dgm:prSet/>
      <dgm:spPr/>
      <dgm:t>
        <a:bodyPr/>
        <a:lstStyle/>
        <a:p>
          <a:endParaRPr lang="en-US"/>
        </a:p>
      </dgm:t>
    </dgm:pt>
    <dgm:pt modelId="{C07E071D-4927-4F1D-9079-78F6DA3FE7AA}" type="sibTrans" cxnId="{CB80FBE2-40DC-4157-8668-C3F33E8FFC67}">
      <dgm:prSet/>
      <dgm:spPr/>
      <dgm:t>
        <a:bodyPr/>
        <a:lstStyle/>
        <a:p>
          <a:endParaRPr lang="en-US"/>
        </a:p>
      </dgm:t>
    </dgm:pt>
    <dgm:pt modelId="{B638174E-3763-6E43-9B9D-287D7006ED45}" type="pres">
      <dgm:prSet presAssocID="{82D7B877-4E0C-463F-B5F8-759051B30E5E}" presName="diagram" presStyleCnt="0">
        <dgm:presLayoutVars>
          <dgm:dir/>
          <dgm:resizeHandles val="exact"/>
        </dgm:presLayoutVars>
      </dgm:prSet>
      <dgm:spPr/>
    </dgm:pt>
    <dgm:pt modelId="{C4290D70-E049-AB48-AD66-91EE56E89D05}" type="pres">
      <dgm:prSet presAssocID="{FD81D91A-7905-4869-B0BA-55895CC33A3F}" presName="node" presStyleLbl="node1" presStyleIdx="0" presStyleCnt="5">
        <dgm:presLayoutVars>
          <dgm:bulletEnabled val="1"/>
        </dgm:presLayoutVars>
      </dgm:prSet>
      <dgm:spPr/>
    </dgm:pt>
    <dgm:pt modelId="{9C9C715D-3456-4948-9381-B35B89011B48}" type="pres">
      <dgm:prSet presAssocID="{7BF982DB-CC63-4FE5-B9F4-8AC978C59BE8}" presName="sibTrans" presStyleCnt="0"/>
      <dgm:spPr/>
    </dgm:pt>
    <dgm:pt modelId="{C94DCBC2-5925-5A49-92A7-960545D56C28}" type="pres">
      <dgm:prSet presAssocID="{D637F242-784A-4DC6-A2AD-B95632F626D3}" presName="node" presStyleLbl="node1" presStyleIdx="1" presStyleCnt="5">
        <dgm:presLayoutVars>
          <dgm:bulletEnabled val="1"/>
        </dgm:presLayoutVars>
      </dgm:prSet>
      <dgm:spPr/>
    </dgm:pt>
    <dgm:pt modelId="{175632EA-7739-2F45-8786-E845EBBF8397}" type="pres">
      <dgm:prSet presAssocID="{ECF24277-C3DC-4DD8-87FF-04CCD72C1378}" presName="sibTrans" presStyleCnt="0"/>
      <dgm:spPr/>
    </dgm:pt>
    <dgm:pt modelId="{1D958A9C-923B-CA4C-9E72-32B9DAA4EF56}" type="pres">
      <dgm:prSet presAssocID="{53B0811C-7522-4906-96FF-022400F72DB6}" presName="node" presStyleLbl="node1" presStyleIdx="2" presStyleCnt="5">
        <dgm:presLayoutVars>
          <dgm:bulletEnabled val="1"/>
        </dgm:presLayoutVars>
      </dgm:prSet>
      <dgm:spPr/>
    </dgm:pt>
    <dgm:pt modelId="{C29B91F8-DD9C-3845-B03B-D85B083896D8}" type="pres">
      <dgm:prSet presAssocID="{B2BF12F5-B0B3-464D-87A0-14F8057BB6AE}" presName="sibTrans" presStyleCnt="0"/>
      <dgm:spPr/>
    </dgm:pt>
    <dgm:pt modelId="{D5586BB4-CE4C-804F-82D5-F21389FC1C2E}" type="pres">
      <dgm:prSet presAssocID="{8CD939AA-01DB-483A-A7C1-80C4CA162221}" presName="node" presStyleLbl="node1" presStyleIdx="3" presStyleCnt="5">
        <dgm:presLayoutVars>
          <dgm:bulletEnabled val="1"/>
        </dgm:presLayoutVars>
      </dgm:prSet>
      <dgm:spPr/>
    </dgm:pt>
    <dgm:pt modelId="{2DD0DC6B-BD45-CD4F-8B75-9B9EDC4281EA}" type="pres">
      <dgm:prSet presAssocID="{261EE8D3-6945-4456-952C-627F285F30BE}" presName="sibTrans" presStyleCnt="0"/>
      <dgm:spPr/>
    </dgm:pt>
    <dgm:pt modelId="{EC7134FA-F221-3A4E-A585-8071B6F1E3F0}" type="pres">
      <dgm:prSet presAssocID="{A85AFBCB-73D5-4F9B-9E70-B1C829BAC7EA}" presName="node" presStyleLbl="node1" presStyleIdx="4" presStyleCnt="5">
        <dgm:presLayoutVars>
          <dgm:bulletEnabled val="1"/>
        </dgm:presLayoutVars>
      </dgm:prSet>
      <dgm:spPr/>
    </dgm:pt>
  </dgm:ptLst>
  <dgm:cxnLst>
    <dgm:cxn modelId="{0939FC00-4F73-44D8-BB2D-3E5F7C6CF94C}" srcId="{82D7B877-4E0C-463F-B5F8-759051B30E5E}" destId="{FD81D91A-7905-4869-B0BA-55895CC33A3F}" srcOrd="0" destOrd="0" parTransId="{B05D6B28-2987-43EB-9873-E5782B801729}" sibTransId="{7BF982DB-CC63-4FE5-B9F4-8AC978C59BE8}"/>
    <dgm:cxn modelId="{A45F0C01-7CA6-F140-8D5D-D17CA6FEDF15}" type="presOf" srcId="{82D7B877-4E0C-463F-B5F8-759051B30E5E}" destId="{B638174E-3763-6E43-9B9D-287D7006ED45}" srcOrd="0" destOrd="0" presId="urn:microsoft.com/office/officeart/2005/8/layout/default"/>
    <dgm:cxn modelId="{CA334720-A896-42C8-8A77-EA85340237E8}" srcId="{82D7B877-4E0C-463F-B5F8-759051B30E5E}" destId="{8CD939AA-01DB-483A-A7C1-80C4CA162221}" srcOrd="3" destOrd="0" parTransId="{C2AE2611-DCC4-497A-AE1F-1C16B77E8414}" sibTransId="{261EE8D3-6945-4456-952C-627F285F30BE}"/>
    <dgm:cxn modelId="{2A83A537-311A-4470-B98B-8F7C82492BB0}" srcId="{82D7B877-4E0C-463F-B5F8-759051B30E5E}" destId="{53B0811C-7522-4906-96FF-022400F72DB6}" srcOrd="2" destOrd="0" parTransId="{193F8664-7CA1-4786-98B7-5E7F6155234A}" sibTransId="{B2BF12F5-B0B3-464D-87A0-14F8057BB6AE}"/>
    <dgm:cxn modelId="{416E0D62-5C1A-B84D-B44F-BA92BA409A98}" type="presOf" srcId="{8CD939AA-01DB-483A-A7C1-80C4CA162221}" destId="{D5586BB4-CE4C-804F-82D5-F21389FC1C2E}" srcOrd="0" destOrd="0" presId="urn:microsoft.com/office/officeart/2005/8/layout/default"/>
    <dgm:cxn modelId="{4D0F647C-E567-4C4A-BA89-AB454B02511D}" type="presOf" srcId="{FD81D91A-7905-4869-B0BA-55895CC33A3F}" destId="{C4290D70-E049-AB48-AD66-91EE56E89D05}" srcOrd="0" destOrd="0" presId="urn:microsoft.com/office/officeart/2005/8/layout/default"/>
    <dgm:cxn modelId="{D01BB19A-12BD-CC4C-93B5-960583F9E11D}" type="presOf" srcId="{D637F242-784A-4DC6-A2AD-B95632F626D3}" destId="{C94DCBC2-5925-5A49-92A7-960545D56C28}" srcOrd="0" destOrd="0" presId="urn:microsoft.com/office/officeart/2005/8/layout/default"/>
    <dgm:cxn modelId="{9D5524A7-5E9E-5348-9E9D-9147B379D810}" type="presOf" srcId="{53B0811C-7522-4906-96FF-022400F72DB6}" destId="{1D958A9C-923B-CA4C-9E72-32B9DAA4EF56}" srcOrd="0" destOrd="0" presId="urn:microsoft.com/office/officeart/2005/8/layout/default"/>
    <dgm:cxn modelId="{372B13D7-D037-A64B-9236-BFCF5553669A}" type="presOf" srcId="{A85AFBCB-73D5-4F9B-9E70-B1C829BAC7EA}" destId="{EC7134FA-F221-3A4E-A585-8071B6F1E3F0}" srcOrd="0" destOrd="0" presId="urn:microsoft.com/office/officeart/2005/8/layout/default"/>
    <dgm:cxn modelId="{CB80FBE2-40DC-4157-8668-C3F33E8FFC67}" srcId="{82D7B877-4E0C-463F-B5F8-759051B30E5E}" destId="{A85AFBCB-73D5-4F9B-9E70-B1C829BAC7EA}" srcOrd="4" destOrd="0" parTransId="{53C340F1-D8F2-4384-BBEF-4BF234940E1D}" sibTransId="{C07E071D-4927-4F1D-9079-78F6DA3FE7AA}"/>
    <dgm:cxn modelId="{DF7AABF7-8535-4419-8066-F3ACF0CA8DB6}" srcId="{82D7B877-4E0C-463F-B5F8-759051B30E5E}" destId="{D637F242-784A-4DC6-A2AD-B95632F626D3}" srcOrd="1" destOrd="0" parTransId="{5CA58AEE-E479-4D18-98C4-9AAE1EF49AAC}" sibTransId="{ECF24277-C3DC-4DD8-87FF-04CCD72C1378}"/>
    <dgm:cxn modelId="{C9973636-3892-9144-AF91-5C7FB0FDC12D}" type="presParOf" srcId="{B638174E-3763-6E43-9B9D-287D7006ED45}" destId="{C4290D70-E049-AB48-AD66-91EE56E89D05}" srcOrd="0" destOrd="0" presId="urn:microsoft.com/office/officeart/2005/8/layout/default"/>
    <dgm:cxn modelId="{E6B9BA28-0045-4349-AEC5-D7B19BBF7ABB}" type="presParOf" srcId="{B638174E-3763-6E43-9B9D-287D7006ED45}" destId="{9C9C715D-3456-4948-9381-B35B89011B48}" srcOrd="1" destOrd="0" presId="urn:microsoft.com/office/officeart/2005/8/layout/default"/>
    <dgm:cxn modelId="{9BC25C78-DC87-9643-8A7D-1DD13CE23189}" type="presParOf" srcId="{B638174E-3763-6E43-9B9D-287D7006ED45}" destId="{C94DCBC2-5925-5A49-92A7-960545D56C28}" srcOrd="2" destOrd="0" presId="urn:microsoft.com/office/officeart/2005/8/layout/default"/>
    <dgm:cxn modelId="{018DE1A8-CA23-A645-945E-09B20472B951}" type="presParOf" srcId="{B638174E-3763-6E43-9B9D-287D7006ED45}" destId="{175632EA-7739-2F45-8786-E845EBBF8397}" srcOrd="3" destOrd="0" presId="urn:microsoft.com/office/officeart/2005/8/layout/default"/>
    <dgm:cxn modelId="{D7451DAB-C1CA-BF41-9661-DFDC0D862B98}" type="presParOf" srcId="{B638174E-3763-6E43-9B9D-287D7006ED45}" destId="{1D958A9C-923B-CA4C-9E72-32B9DAA4EF56}" srcOrd="4" destOrd="0" presId="urn:microsoft.com/office/officeart/2005/8/layout/default"/>
    <dgm:cxn modelId="{CA7E25CD-E9B5-C741-AE01-DC66959E450F}" type="presParOf" srcId="{B638174E-3763-6E43-9B9D-287D7006ED45}" destId="{C29B91F8-DD9C-3845-B03B-D85B083896D8}" srcOrd="5" destOrd="0" presId="urn:microsoft.com/office/officeart/2005/8/layout/default"/>
    <dgm:cxn modelId="{BDEBFD63-AC71-0044-98D9-90A5D2CA8B82}" type="presParOf" srcId="{B638174E-3763-6E43-9B9D-287D7006ED45}" destId="{D5586BB4-CE4C-804F-82D5-F21389FC1C2E}" srcOrd="6" destOrd="0" presId="urn:microsoft.com/office/officeart/2005/8/layout/default"/>
    <dgm:cxn modelId="{B3015354-968C-D04B-909E-2DEFAE330FDB}" type="presParOf" srcId="{B638174E-3763-6E43-9B9D-287D7006ED45}" destId="{2DD0DC6B-BD45-CD4F-8B75-9B9EDC4281EA}" srcOrd="7" destOrd="0" presId="urn:microsoft.com/office/officeart/2005/8/layout/default"/>
    <dgm:cxn modelId="{6382BDD7-57D6-B743-B927-26B0395DF862}" type="presParOf" srcId="{B638174E-3763-6E43-9B9D-287D7006ED45}" destId="{EC7134FA-F221-3A4E-A585-8071B6F1E3F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7D17CF-61E2-48C6-BE69-E601062A629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3B86CE4-7843-40D7-A2B1-C897F99A05DC}">
      <dgm:prSet/>
      <dgm:spPr/>
      <dgm:t>
        <a:bodyPr/>
        <a:lstStyle/>
        <a:p>
          <a:pPr>
            <a:defRPr cap="all"/>
          </a:pPr>
          <a:r>
            <a:rPr lang="en-US" dirty="0"/>
            <a:t>Use person-first language</a:t>
          </a:r>
        </a:p>
      </dgm:t>
    </dgm:pt>
    <dgm:pt modelId="{04F511B3-806F-4E19-9D37-864990B07587}" type="parTrans" cxnId="{0208E55F-9EAC-4438-BA82-2340E54D0F81}">
      <dgm:prSet/>
      <dgm:spPr/>
      <dgm:t>
        <a:bodyPr/>
        <a:lstStyle/>
        <a:p>
          <a:endParaRPr lang="en-US"/>
        </a:p>
      </dgm:t>
    </dgm:pt>
    <dgm:pt modelId="{1AC8F55D-715A-4A51-8389-9A7E4E78E06F}" type="sibTrans" cxnId="{0208E55F-9EAC-4438-BA82-2340E54D0F81}">
      <dgm:prSet/>
      <dgm:spPr/>
      <dgm:t>
        <a:bodyPr/>
        <a:lstStyle/>
        <a:p>
          <a:endParaRPr lang="en-US"/>
        </a:p>
      </dgm:t>
    </dgm:pt>
    <dgm:pt modelId="{920ACCCF-C393-44CC-8CFC-845E9FBB0E3A}">
      <dgm:prSet/>
      <dgm:spPr/>
      <dgm:t>
        <a:bodyPr/>
        <a:lstStyle/>
        <a:p>
          <a:pPr>
            <a:defRPr cap="all"/>
          </a:pPr>
          <a:r>
            <a:rPr lang="en-US" dirty="0"/>
            <a:t>Ask before providing assistance</a:t>
          </a:r>
        </a:p>
      </dgm:t>
    </dgm:pt>
    <dgm:pt modelId="{2B6C8AA5-EC38-45A2-88D0-9A996F1A895D}" type="parTrans" cxnId="{923EAE7C-F415-49AB-BBE2-FC6B1C32F4E2}">
      <dgm:prSet/>
      <dgm:spPr/>
      <dgm:t>
        <a:bodyPr/>
        <a:lstStyle/>
        <a:p>
          <a:endParaRPr lang="en-US"/>
        </a:p>
      </dgm:t>
    </dgm:pt>
    <dgm:pt modelId="{4E469A34-E56E-4CAD-A387-56322A802B07}" type="sibTrans" cxnId="{923EAE7C-F415-49AB-BBE2-FC6B1C32F4E2}">
      <dgm:prSet/>
      <dgm:spPr/>
      <dgm:t>
        <a:bodyPr/>
        <a:lstStyle/>
        <a:p>
          <a:endParaRPr lang="en-US"/>
        </a:p>
      </dgm:t>
    </dgm:pt>
    <dgm:pt modelId="{1C6FAACB-BC3F-4A13-94A4-B8C78BED3D2C}">
      <dgm:prSet/>
      <dgm:spPr/>
      <dgm:t>
        <a:bodyPr/>
        <a:lstStyle/>
        <a:p>
          <a:pPr>
            <a:defRPr cap="all"/>
          </a:pPr>
          <a:r>
            <a:rPr lang="en-US"/>
            <a:t>Respect assistive devices and personal space</a:t>
          </a:r>
        </a:p>
      </dgm:t>
    </dgm:pt>
    <dgm:pt modelId="{44F76A94-9FA5-481E-AF42-B04BF89AB3EC}" type="parTrans" cxnId="{3B1913CF-1047-4499-BCBA-F183E39607E8}">
      <dgm:prSet/>
      <dgm:spPr/>
      <dgm:t>
        <a:bodyPr/>
        <a:lstStyle/>
        <a:p>
          <a:endParaRPr lang="en-US"/>
        </a:p>
      </dgm:t>
    </dgm:pt>
    <dgm:pt modelId="{AFEFF645-A481-4398-9F81-29CF186BBF12}" type="sibTrans" cxnId="{3B1913CF-1047-4499-BCBA-F183E39607E8}">
      <dgm:prSet/>
      <dgm:spPr/>
      <dgm:t>
        <a:bodyPr/>
        <a:lstStyle/>
        <a:p>
          <a:endParaRPr lang="en-US"/>
        </a:p>
      </dgm:t>
    </dgm:pt>
    <dgm:pt modelId="{48AD1161-DF9C-49F5-9A6E-128C9C6A0C47}">
      <dgm:prSet/>
      <dgm:spPr/>
      <dgm:t>
        <a:bodyPr/>
        <a:lstStyle/>
        <a:p>
          <a:pPr>
            <a:defRPr cap="all"/>
          </a:pPr>
          <a:r>
            <a:rPr lang="en-US"/>
            <a:t>Offer multiple communication methods</a:t>
          </a:r>
        </a:p>
      </dgm:t>
    </dgm:pt>
    <dgm:pt modelId="{CD95D68E-5A7E-4305-8D13-18E68B43F42E}" type="parTrans" cxnId="{45C7A270-B195-405E-B746-522116A685F9}">
      <dgm:prSet/>
      <dgm:spPr/>
      <dgm:t>
        <a:bodyPr/>
        <a:lstStyle/>
        <a:p>
          <a:endParaRPr lang="en-US"/>
        </a:p>
      </dgm:t>
    </dgm:pt>
    <dgm:pt modelId="{73F102D6-B0C1-4825-A12D-B137CC32DB9B}" type="sibTrans" cxnId="{45C7A270-B195-405E-B746-522116A685F9}">
      <dgm:prSet/>
      <dgm:spPr/>
      <dgm:t>
        <a:bodyPr/>
        <a:lstStyle/>
        <a:p>
          <a:endParaRPr lang="en-US"/>
        </a:p>
      </dgm:t>
    </dgm:pt>
    <dgm:pt modelId="{30BCA27E-BF21-4C75-B5E2-47AB4C37661E}">
      <dgm:prSet/>
      <dgm:spPr/>
      <dgm:t>
        <a:bodyPr/>
        <a:lstStyle/>
        <a:p>
          <a:pPr>
            <a:defRPr cap="all"/>
          </a:pPr>
          <a:r>
            <a:rPr lang="en-US"/>
            <a:t>Provide extra time when needed</a:t>
          </a:r>
        </a:p>
      </dgm:t>
    </dgm:pt>
    <dgm:pt modelId="{CDC69522-C2BD-4BBC-AB52-DB358AE20B63}" type="parTrans" cxnId="{423D34A2-2AA8-4085-969D-59905B60D6CC}">
      <dgm:prSet/>
      <dgm:spPr/>
      <dgm:t>
        <a:bodyPr/>
        <a:lstStyle/>
        <a:p>
          <a:endParaRPr lang="en-US"/>
        </a:p>
      </dgm:t>
    </dgm:pt>
    <dgm:pt modelId="{9F9E538E-07FE-4A69-A9BC-73A88201D238}" type="sibTrans" cxnId="{423D34A2-2AA8-4085-969D-59905B60D6CC}">
      <dgm:prSet/>
      <dgm:spPr/>
      <dgm:t>
        <a:bodyPr/>
        <a:lstStyle/>
        <a:p>
          <a:endParaRPr lang="en-US"/>
        </a:p>
      </dgm:t>
    </dgm:pt>
    <dgm:pt modelId="{EB538EA6-74CE-45C8-9CE0-B278B999A85E}">
      <dgm:prSet/>
      <dgm:spPr/>
      <dgm:t>
        <a:bodyPr/>
        <a:lstStyle/>
        <a:p>
          <a:pPr>
            <a:defRPr cap="all"/>
          </a:pPr>
          <a:r>
            <a:rPr lang="en-US"/>
            <a:t>Create welcoming, non-judgmental environments</a:t>
          </a:r>
        </a:p>
      </dgm:t>
    </dgm:pt>
    <dgm:pt modelId="{3552BE01-A27C-4375-9CCA-AB41975342BC}" type="parTrans" cxnId="{165C44CF-4D00-4EC1-9B60-AD53219E91C0}">
      <dgm:prSet/>
      <dgm:spPr/>
      <dgm:t>
        <a:bodyPr/>
        <a:lstStyle/>
        <a:p>
          <a:endParaRPr lang="en-US"/>
        </a:p>
      </dgm:t>
    </dgm:pt>
    <dgm:pt modelId="{00032B30-375C-4E73-BAC2-A845A67D0F76}" type="sibTrans" cxnId="{165C44CF-4D00-4EC1-9B60-AD53219E91C0}">
      <dgm:prSet/>
      <dgm:spPr/>
      <dgm:t>
        <a:bodyPr/>
        <a:lstStyle/>
        <a:p>
          <a:endParaRPr lang="en-US"/>
        </a:p>
      </dgm:t>
    </dgm:pt>
    <dgm:pt modelId="{BBA6AF0E-9395-40A8-B80E-71A76756486F}" type="pres">
      <dgm:prSet presAssocID="{E27D17CF-61E2-48C6-BE69-E601062A6299}" presName="root" presStyleCnt="0">
        <dgm:presLayoutVars>
          <dgm:dir/>
          <dgm:resizeHandles val="exact"/>
        </dgm:presLayoutVars>
      </dgm:prSet>
      <dgm:spPr/>
    </dgm:pt>
    <dgm:pt modelId="{709BE42A-868A-496A-82F4-73E8A1C55B6E}" type="pres">
      <dgm:prSet presAssocID="{03B86CE4-7843-40D7-A2B1-C897F99A05DC}" presName="compNode" presStyleCnt="0"/>
      <dgm:spPr/>
    </dgm:pt>
    <dgm:pt modelId="{1B0A9689-0677-44A3-8F2D-0F29A6CFA96B}" type="pres">
      <dgm:prSet presAssocID="{03B86CE4-7843-40D7-A2B1-C897F99A05DC}" presName="iconBgRect" presStyleLbl="bgShp" presStyleIdx="0" presStyleCnt="6"/>
      <dgm:spPr/>
    </dgm:pt>
    <dgm:pt modelId="{84DABA92-C3DE-485B-8C1F-F8E3143D5E6A}" type="pres">
      <dgm:prSet presAssocID="{03B86CE4-7843-40D7-A2B1-C897F99A05D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F048C332-E4FE-4202-836D-C088354E949D}" type="pres">
      <dgm:prSet presAssocID="{03B86CE4-7843-40D7-A2B1-C897F99A05DC}" presName="spaceRect" presStyleCnt="0"/>
      <dgm:spPr/>
    </dgm:pt>
    <dgm:pt modelId="{CBA8736F-C146-4028-8337-C2FEEB043A63}" type="pres">
      <dgm:prSet presAssocID="{03B86CE4-7843-40D7-A2B1-C897F99A05DC}" presName="textRect" presStyleLbl="revTx" presStyleIdx="0" presStyleCnt="6">
        <dgm:presLayoutVars>
          <dgm:chMax val="1"/>
          <dgm:chPref val="1"/>
        </dgm:presLayoutVars>
      </dgm:prSet>
      <dgm:spPr/>
    </dgm:pt>
    <dgm:pt modelId="{59A049BC-6BF4-4511-8A9A-84E5378FA25B}" type="pres">
      <dgm:prSet presAssocID="{1AC8F55D-715A-4A51-8389-9A7E4E78E06F}" presName="sibTrans" presStyleCnt="0"/>
      <dgm:spPr/>
    </dgm:pt>
    <dgm:pt modelId="{218C1B4D-353B-47D3-9E72-F7061821C18D}" type="pres">
      <dgm:prSet presAssocID="{920ACCCF-C393-44CC-8CFC-845E9FBB0E3A}" presName="compNode" presStyleCnt="0"/>
      <dgm:spPr/>
    </dgm:pt>
    <dgm:pt modelId="{D50F5E3D-FE04-4992-A010-85C2C79CDC41}" type="pres">
      <dgm:prSet presAssocID="{920ACCCF-C393-44CC-8CFC-845E9FBB0E3A}" presName="iconBgRect" presStyleLbl="bgShp" presStyleIdx="1" presStyleCnt="6"/>
      <dgm:spPr/>
    </dgm:pt>
    <dgm:pt modelId="{AFB431C0-1612-41FF-84AE-14AE1A9FF276}" type="pres">
      <dgm:prSet presAssocID="{920ACCCF-C393-44CC-8CFC-845E9FBB0E3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1EE2CE52-2962-4856-9207-19B5596F17B7}" type="pres">
      <dgm:prSet presAssocID="{920ACCCF-C393-44CC-8CFC-845E9FBB0E3A}" presName="spaceRect" presStyleCnt="0"/>
      <dgm:spPr/>
    </dgm:pt>
    <dgm:pt modelId="{EF005068-69A7-4C6E-BB92-2B4B55187A66}" type="pres">
      <dgm:prSet presAssocID="{920ACCCF-C393-44CC-8CFC-845E9FBB0E3A}" presName="textRect" presStyleLbl="revTx" presStyleIdx="1" presStyleCnt="6">
        <dgm:presLayoutVars>
          <dgm:chMax val="1"/>
          <dgm:chPref val="1"/>
        </dgm:presLayoutVars>
      </dgm:prSet>
      <dgm:spPr/>
    </dgm:pt>
    <dgm:pt modelId="{179F86DD-D806-4DA5-91B4-DE0CCCD3DCDB}" type="pres">
      <dgm:prSet presAssocID="{4E469A34-E56E-4CAD-A387-56322A802B07}" presName="sibTrans" presStyleCnt="0"/>
      <dgm:spPr/>
    </dgm:pt>
    <dgm:pt modelId="{42BEEA6A-C497-4CE8-AEC0-A5AB0D9C5774}" type="pres">
      <dgm:prSet presAssocID="{1C6FAACB-BC3F-4A13-94A4-B8C78BED3D2C}" presName="compNode" presStyleCnt="0"/>
      <dgm:spPr/>
    </dgm:pt>
    <dgm:pt modelId="{BA31568F-0E25-4179-8AC5-E8D52A189031}" type="pres">
      <dgm:prSet presAssocID="{1C6FAACB-BC3F-4A13-94A4-B8C78BED3D2C}" presName="iconBgRect" presStyleLbl="bgShp" presStyleIdx="2" presStyleCnt="6"/>
      <dgm:spPr/>
    </dgm:pt>
    <dgm:pt modelId="{3EBB6895-F067-4A1B-B577-3A3F8EE9E9C3}" type="pres">
      <dgm:prSet presAssocID="{1C6FAACB-BC3F-4A13-94A4-B8C78BED3D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2A90BF5-FF9E-45DA-B2DC-AB2FA97E313F}" type="pres">
      <dgm:prSet presAssocID="{1C6FAACB-BC3F-4A13-94A4-B8C78BED3D2C}" presName="spaceRect" presStyleCnt="0"/>
      <dgm:spPr/>
    </dgm:pt>
    <dgm:pt modelId="{E1B65057-28FA-46ED-86AF-FC9C95D1B1AB}" type="pres">
      <dgm:prSet presAssocID="{1C6FAACB-BC3F-4A13-94A4-B8C78BED3D2C}" presName="textRect" presStyleLbl="revTx" presStyleIdx="2" presStyleCnt="6">
        <dgm:presLayoutVars>
          <dgm:chMax val="1"/>
          <dgm:chPref val="1"/>
        </dgm:presLayoutVars>
      </dgm:prSet>
      <dgm:spPr/>
    </dgm:pt>
    <dgm:pt modelId="{2838EFB6-BA71-4424-8C94-73B076D5519E}" type="pres">
      <dgm:prSet presAssocID="{AFEFF645-A481-4398-9F81-29CF186BBF12}" presName="sibTrans" presStyleCnt="0"/>
      <dgm:spPr/>
    </dgm:pt>
    <dgm:pt modelId="{8532CB0C-1F8A-4861-AAF2-EE713C8FCE4A}" type="pres">
      <dgm:prSet presAssocID="{48AD1161-DF9C-49F5-9A6E-128C9C6A0C47}" presName="compNode" presStyleCnt="0"/>
      <dgm:spPr/>
    </dgm:pt>
    <dgm:pt modelId="{152C7EB9-C67C-403F-8F19-B527048501BE}" type="pres">
      <dgm:prSet presAssocID="{48AD1161-DF9C-49F5-9A6E-128C9C6A0C47}" presName="iconBgRect" presStyleLbl="bgShp" presStyleIdx="3" presStyleCnt="6"/>
      <dgm:spPr/>
    </dgm:pt>
    <dgm:pt modelId="{AFDDE032-9999-4593-B496-56C44474551A}" type="pres">
      <dgm:prSet presAssocID="{48AD1161-DF9C-49F5-9A6E-128C9C6A0C4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6930687-B81A-4C2F-B18D-BB84E5654E2F}" type="pres">
      <dgm:prSet presAssocID="{48AD1161-DF9C-49F5-9A6E-128C9C6A0C47}" presName="spaceRect" presStyleCnt="0"/>
      <dgm:spPr/>
    </dgm:pt>
    <dgm:pt modelId="{C30A0D3C-BBEB-4600-A9FD-7FFFE89893EF}" type="pres">
      <dgm:prSet presAssocID="{48AD1161-DF9C-49F5-9A6E-128C9C6A0C47}" presName="textRect" presStyleLbl="revTx" presStyleIdx="3" presStyleCnt="6">
        <dgm:presLayoutVars>
          <dgm:chMax val="1"/>
          <dgm:chPref val="1"/>
        </dgm:presLayoutVars>
      </dgm:prSet>
      <dgm:spPr/>
    </dgm:pt>
    <dgm:pt modelId="{96585A06-F935-47EE-BC26-40CD09DC295B}" type="pres">
      <dgm:prSet presAssocID="{73F102D6-B0C1-4825-A12D-B137CC32DB9B}" presName="sibTrans" presStyleCnt="0"/>
      <dgm:spPr/>
    </dgm:pt>
    <dgm:pt modelId="{3EECB03E-6466-4E14-B9A0-C9BD19C36E63}" type="pres">
      <dgm:prSet presAssocID="{30BCA27E-BF21-4C75-B5E2-47AB4C37661E}" presName="compNode" presStyleCnt="0"/>
      <dgm:spPr/>
    </dgm:pt>
    <dgm:pt modelId="{328F6549-23A8-4DFC-9116-72611ED6CC6C}" type="pres">
      <dgm:prSet presAssocID="{30BCA27E-BF21-4C75-B5E2-47AB4C37661E}" presName="iconBgRect" presStyleLbl="bgShp" presStyleIdx="4" presStyleCnt="6"/>
      <dgm:spPr/>
    </dgm:pt>
    <dgm:pt modelId="{68103B99-0BA4-4260-9792-80A62782E05F}" type="pres">
      <dgm:prSet presAssocID="{30BCA27E-BF21-4C75-B5E2-47AB4C37661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008B876-2CDC-450B-A27A-CB6B79898550}" type="pres">
      <dgm:prSet presAssocID="{30BCA27E-BF21-4C75-B5E2-47AB4C37661E}" presName="spaceRect" presStyleCnt="0"/>
      <dgm:spPr/>
    </dgm:pt>
    <dgm:pt modelId="{34921F74-A5CB-44D7-910A-241C19D19143}" type="pres">
      <dgm:prSet presAssocID="{30BCA27E-BF21-4C75-B5E2-47AB4C37661E}" presName="textRect" presStyleLbl="revTx" presStyleIdx="4" presStyleCnt="6">
        <dgm:presLayoutVars>
          <dgm:chMax val="1"/>
          <dgm:chPref val="1"/>
        </dgm:presLayoutVars>
      </dgm:prSet>
      <dgm:spPr/>
    </dgm:pt>
    <dgm:pt modelId="{9919D41B-E06D-4F84-8652-8021BF693B7D}" type="pres">
      <dgm:prSet presAssocID="{9F9E538E-07FE-4A69-A9BC-73A88201D238}" presName="sibTrans" presStyleCnt="0"/>
      <dgm:spPr/>
    </dgm:pt>
    <dgm:pt modelId="{706895D7-53FE-499D-BDD7-28C2F195C59F}" type="pres">
      <dgm:prSet presAssocID="{EB538EA6-74CE-45C8-9CE0-B278B999A85E}" presName="compNode" presStyleCnt="0"/>
      <dgm:spPr/>
    </dgm:pt>
    <dgm:pt modelId="{95A79237-A212-4F9C-AAE0-EAFD8FC2BD24}" type="pres">
      <dgm:prSet presAssocID="{EB538EA6-74CE-45C8-9CE0-B278B999A85E}" presName="iconBgRect" presStyleLbl="bgShp" presStyleIdx="5" presStyleCnt="6"/>
      <dgm:spPr/>
    </dgm:pt>
    <dgm:pt modelId="{AE818E52-D6BC-46DA-945E-B21BFEFA1C0B}" type="pres">
      <dgm:prSet presAssocID="{EB538EA6-74CE-45C8-9CE0-B278B999A85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6B6157B-00AE-4806-9D78-C00B0A59FC13}" type="pres">
      <dgm:prSet presAssocID="{EB538EA6-74CE-45C8-9CE0-B278B999A85E}" presName="spaceRect" presStyleCnt="0"/>
      <dgm:spPr/>
    </dgm:pt>
    <dgm:pt modelId="{2E5AB297-2F0A-4569-B549-155032915AF2}" type="pres">
      <dgm:prSet presAssocID="{EB538EA6-74CE-45C8-9CE0-B278B999A85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A91AD19-203A-4861-9C48-E328472362E2}" type="presOf" srcId="{30BCA27E-BF21-4C75-B5E2-47AB4C37661E}" destId="{34921F74-A5CB-44D7-910A-241C19D19143}" srcOrd="0" destOrd="0" presId="urn:microsoft.com/office/officeart/2018/5/layout/IconCircleLabelList"/>
    <dgm:cxn modelId="{0208E55F-9EAC-4438-BA82-2340E54D0F81}" srcId="{E27D17CF-61E2-48C6-BE69-E601062A6299}" destId="{03B86CE4-7843-40D7-A2B1-C897F99A05DC}" srcOrd="0" destOrd="0" parTransId="{04F511B3-806F-4E19-9D37-864990B07587}" sibTransId="{1AC8F55D-715A-4A51-8389-9A7E4E78E06F}"/>
    <dgm:cxn modelId="{45C7A270-B195-405E-B746-522116A685F9}" srcId="{E27D17CF-61E2-48C6-BE69-E601062A6299}" destId="{48AD1161-DF9C-49F5-9A6E-128C9C6A0C47}" srcOrd="3" destOrd="0" parTransId="{CD95D68E-5A7E-4305-8D13-18E68B43F42E}" sibTransId="{73F102D6-B0C1-4825-A12D-B137CC32DB9B}"/>
    <dgm:cxn modelId="{923EAE7C-F415-49AB-BBE2-FC6B1C32F4E2}" srcId="{E27D17CF-61E2-48C6-BE69-E601062A6299}" destId="{920ACCCF-C393-44CC-8CFC-845E9FBB0E3A}" srcOrd="1" destOrd="0" parTransId="{2B6C8AA5-EC38-45A2-88D0-9A996F1A895D}" sibTransId="{4E469A34-E56E-4CAD-A387-56322A802B07}"/>
    <dgm:cxn modelId="{EF0F617D-88C9-4CB8-B62E-28B986871886}" type="presOf" srcId="{920ACCCF-C393-44CC-8CFC-845E9FBB0E3A}" destId="{EF005068-69A7-4C6E-BB92-2B4B55187A66}" srcOrd="0" destOrd="0" presId="urn:microsoft.com/office/officeart/2018/5/layout/IconCircleLabelList"/>
    <dgm:cxn modelId="{E2D41095-E380-40E6-A64F-08A92102C311}" type="presOf" srcId="{E27D17CF-61E2-48C6-BE69-E601062A6299}" destId="{BBA6AF0E-9395-40A8-B80E-71A76756486F}" srcOrd="0" destOrd="0" presId="urn:microsoft.com/office/officeart/2018/5/layout/IconCircleLabelList"/>
    <dgm:cxn modelId="{423D34A2-2AA8-4085-969D-59905B60D6CC}" srcId="{E27D17CF-61E2-48C6-BE69-E601062A6299}" destId="{30BCA27E-BF21-4C75-B5E2-47AB4C37661E}" srcOrd="4" destOrd="0" parTransId="{CDC69522-C2BD-4BBC-AB52-DB358AE20B63}" sibTransId="{9F9E538E-07FE-4A69-A9BC-73A88201D238}"/>
    <dgm:cxn modelId="{382ECFBE-60A4-47BB-B48A-1B8B7A9612DE}" type="presOf" srcId="{03B86CE4-7843-40D7-A2B1-C897F99A05DC}" destId="{CBA8736F-C146-4028-8337-C2FEEB043A63}" srcOrd="0" destOrd="0" presId="urn:microsoft.com/office/officeart/2018/5/layout/IconCircleLabelList"/>
    <dgm:cxn modelId="{353364C0-9406-46A1-9BB8-DEC328BCAB4B}" type="presOf" srcId="{EB538EA6-74CE-45C8-9CE0-B278B999A85E}" destId="{2E5AB297-2F0A-4569-B549-155032915AF2}" srcOrd="0" destOrd="0" presId="urn:microsoft.com/office/officeart/2018/5/layout/IconCircleLabelList"/>
    <dgm:cxn modelId="{50F8C6C9-A74E-4B00-90B6-76C1BCD18FFF}" type="presOf" srcId="{48AD1161-DF9C-49F5-9A6E-128C9C6A0C47}" destId="{C30A0D3C-BBEB-4600-A9FD-7FFFE89893EF}" srcOrd="0" destOrd="0" presId="urn:microsoft.com/office/officeart/2018/5/layout/IconCircleLabelList"/>
    <dgm:cxn modelId="{3B1913CF-1047-4499-BCBA-F183E39607E8}" srcId="{E27D17CF-61E2-48C6-BE69-E601062A6299}" destId="{1C6FAACB-BC3F-4A13-94A4-B8C78BED3D2C}" srcOrd="2" destOrd="0" parTransId="{44F76A94-9FA5-481E-AF42-B04BF89AB3EC}" sibTransId="{AFEFF645-A481-4398-9F81-29CF186BBF12}"/>
    <dgm:cxn modelId="{165C44CF-4D00-4EC1-9B60-AD53219E91C0}" srcId="{E27D17CF-61E2-48C6-BE69-E601062A6299}" destId="{EB538EA6-74CE-45C8-9CE0-B278B999A85E}" srcOrd="5" destOrd="0" parTransId="{3552BE01-A27C-4375-9CCA-AB41975342BC}" sibTransId="{00032B30-375C-4E73-BAC2-A845A67D0F76}"/>
    <dgm:cxn modelId="{87BA2AD9-59FB-42FD-B95B-655334B53D47}" type="presOf" srcId="{1C6FAACB-BC3F-4A13-94A4-B8C78BED3D2C}" destId="{E1B65057-28FA-46ED-86AF-FC9C95D1B1AB}" srcOrd="0" destOrd="0" presId="urn:microsoft.com/office/officeart/2018/5/layout/IconCircleLabelList"/>
    <dgm:cxn modelId="{FB597F09-C26A-47B0-B4D9-FFE6187586A3}" type="presParOf" srcId="{BBA6AF0E-9395-40A8-B80E-71A76756486F}" destId="{709BE42A-868A-496A-82F4-73E8A1C55B6E}" srcOrd="0" destOrd="0" presId="urn:microsoft.com/office/officeart/2018/5/layout/IconCircleLabelList"/>
    <dgm:cxn modelId="{B6D0EF55-9238-41CC-A5EB-61701AE2D18E}" type="presParOf" srcId="{709BE42A-868A-496A-82F4-73E8A1C55B6E}" destId="{1B0A9689-0677-44A3-8F2D-0F29A6CFA96B}" srcOrd="0" destOrd="0" presId="urn:microsoft.com/office/officeart/2018/5/layout/IconCircleLabelList"/>
    <dgm:cxn modelId="{9F63527D-8633-459D-B33A-781E4B6F0538}" type="presParOf" srcId="{709BE42A-868A-496A-82F4-73E8A1C55B6E}" destId="{84DABA92-C3DE-485B-8C1F-F8E3143D5E6A}" srcOrd="1" destOrd="0" presId="urn:microsoft.com/office/officeart/2018/5/layout/IconCircleLabelList"/>
    <dgm:cxn modelId="{A0BC4758-9605-4A87-B85F-D4D2F4EB2073}" type="presParOf" srcId="{709BE42A-868A-496A-82F4-73E8A1C55B6E}" destId="{F048C332-E4FE-4202-836D-C088354E949D}" srcOrd="2" destOrd="0" presId="urn:microsoft.com/office/officeart/2018/5/layout/IconCircleLabelList"/>
    <dgm:cxn modelId="{ECFDB7A1-AAE4-4E01-8235-9B13CA2DA03F}" type="presParOf" srcId="{709BE42A-868A-496A-82F4-73E8A1C55B6E}" destId="{CBA8736F-C146-4028-8337-C2FEEB043A63}" srcOrd="3" destOrd="0" presId="urn:microsoft.com/office/officeart/2018/5/layout/IconCircleLabelList"/>
    <dgm:cxn modelId="{0B4F7B4A-B674-4B56-BFAB-A09CEAF97F8B}" type="presParOf" srcId="{BBA6AF0E-9395-40A8-B80E-71A76756486F}" destId="{59A049BC-6BF4-4511-8A9A-84E5378FA25B}" srcOrd="1" destOrd="0" presId="urn:microsoft.com/office/officeart/2018/5/layout/IconCircleLabelList"/>
    <dgm:cxn modelId="{FDB74BE4-04F5-4ED4-A733-FC9BD1CA661A}" type="presParOf" srcId="{BBA6AF0E-9395-40A8-B80E-71A76756486F}" destId="{218C1B4D-353B-47D3-9E72-F7061821C18D}" srcOrd="2" destOrd="0" presId="urn:microsoft.com/office/officeart/2018/5/layout/IconCircleLabelList"/>
    <dgm:cxn modelId="{7C19EA9F-1B94-499C-A2D3-9962525FCF91}" type="presParOf" srcId="{218C1B4D-353B-47D3-9E72-F7061821C18D}" destId="{D50F5E3D-FE04-4992-A010-85C2C79CDC41}" srcOrd="0" destOrd="0" presId="urn:microsoft.com/office/officeart/2018/5/layout/IconCircleLabelList"/>
    <dgm:cxn modelId="{CF01B06B-B7DE-4FF3-BCA2-589831B5A34E}" type="presParOf" srcId="{218C1B4D-353B-47D3-9E72-F7061821C18D}" destId="{AFB431C0-1612-41FF-84AE-14AE1A9FF276}" srcOrd="1" destOrd="0" presId="urn:microsoft.com/office/officeart/2018/5/layout/IconCircleLabelList"/>
    <dgm:cxn modelId="{8C83EB88-071C-4BCD-94CE-D9764E20C6D9}" type="presParOf" srcId="{218C1B4D-353B-47D3-9E72-F7061821C18D}" destId="{1EE2CE52-2962-4856-9207-19B5596F17B7}" srcOrd="2" destOrd="0" presId="urn:microsoft.com/office/officeart/2018/5/layout/IconCircleLabelList"/>
    <dgm:cxn modelId="{9B1CC7AA-BAE3-4C84-ADE9-52FE33EB1B65}" type="presParOf" srcId="{218C1B4D-353B-47D3-9E72-F7061821C18D}" destId="{EF005068-69A7-4C6E-BB92-2B4B55187A66}" srcOrd="3" destOrd="0" presId="urn:microsoft.com/office/officeart/2018/5/layout/IconCircleLabelList"/>
    <dgm:cxn modelId="{559FE91A-028A-4004-89A4-85EDA59F80CC}" type="presParOf" srcId="{BBA6AF0E-9395-40A8-B80E-71A76756486F}" destId="{179F86DD-D806-4DA5-91B4-DE0CCCD3DCDB}" srcOrd="3" destOrd="0" presId="urn:microsoft.com/office/officeart/2018/5/layout/IconCircleLabelList"/>
    <dgm:cxn modelId="{CC0B5C28-75B7-4242-A671-4FFAAA79DAFF}" type="presParOf" srcId="{BBA6AF0E-9395-40A8-B80E-71A76756486F}" destId="{42BEEA6A-C497-4CE8-AEC0-A5AB0D9C5774}" srcOrd="4" destOrd="0" presId="urn:microsoft.com/office/officeart/2018/5/layout/IconCircleLabelList"/>
    <dgm:cxn modelId="{586D632C-9198-493D-8D2A-93A3F31FABB4}" type="presParOf" srcId="{42BEEA6A-C497-4CE8-AEC0-A5AB0D9C5774}" destId="{BA31568F-0E25-4179-8AC5-E8D52A189031}" srcOrd="0" destOrd="0" presId="urn:microsoft.com/office/officeart/2018/5/layout/IconCircleLabelList"/>
    <dgm:cxn modelId="{3071D8F2-9AB5-481E-AE7E-44754CE6822A}" type="presParOf" srcId="{42BEEA6A-C497-4CE8-AEC0-A5AB0D9C5774}" destId="{3EBB6895-F067-4A1B-B577-3A3F8EE9E9C3}" srcOrd="1" destOrd="0" presId="urn:microsoft.com/office/officeart/2018/5/layout/IconCircleLabelList"/>
    <dgm:cxn modelId="{E750C59B-A461-4DC1-BA7A-1590F316CCD1}" type="presParOf" srcId="{42BEEA6A-C497-4CE8-AEC0-A5AB0D9C5774}" destId="{12A90BF5-FF9E-45DA-B2DC-AB2FA97E313F}" srcOrd="2" destOrd="0" presId="urn:microsoft.com/office/officeart/2018/5/layout/IconCircleLabelList"/>
    <dgm:cxn modelId="{48D5AEA9-53F1-4015-9CD1-389F908F00E7}" type="presParOf" srcId="{42BEEA6A-C497-4CE8-AEC0-A5AB0D9C5774}" destId="{E1B65057-28FA-46ED-86AF-FC9C95D1B1AB}" srcOrd="3" destOrd="0" presId="urn:microsoft.com/office/officeart/2018/5/layout/IconCircleLabelList"/>
    <dgm:cxn modelId="{C190F49F-FC4E-44F1-962B-6BAC65D6923C}" type="presParOf" srcId="{BBA6AF0E-9395-40A8-B80E-71A76756486F}" destId="{2838EFB6-BA71-4424-8C94-73B076D5519E}" srcOrd="5" destOrd="0" presId="urn:microsoft.com/office/officeart/2018/5/layout/IconCircleLabelList"/>
    <dgm:cxn modelId="{BCCD9097-36E4-492B-95BE-63FEE897D04A}" type="presParOf" srcId="{BBA6AF0E-9395-40A8-B80E-71A76756486F}" destId="{8532CB0C-1F8A-4861-AAF2-EE713C8FCE4A}" srcOrd="6" destOrd="0" presId="urn:microsoft.com/office/officeart/2018/5/layout/IconCircleLabelList"/>
    <dgm:cxn modelId="{BFBC16D2-F70B-4B0E-AB21-F05EC98FEBF9}" type="presParOf" srcId="{8532CB0C-1F8A-4861-AAF2-EE713C8FCE4A}" destId="{152C7EB9-C67C-403F-8F19-B527048501BE}" srcOrd="0" destOrd="0" presId="urn:microsoft.com/office/officeart/2018/5/layout/IconCircleLabelList"/>
    <dgm:cxn modelId="{AE4F586C-9D7C-4C85-AA7F-6CAB31A038AC}" type="presParOf" srcId="{8532CB0C-1F8A-4861-AAF2-EE713C8FCE4A}" destId="{AFDDE032-9999-4593-B496-56C44474551A}" srcOrd="1" destOrd="0" presId="urn:microsoft.com/office/officeart/2018/5/layout/IconCircleLabelList"/>
    <dgm:cxn modelId="{5E438108-5ECA-4492-8D0C-20DDE41D6AE2}" type="presParOf" srcId="{8532CB0C-1F8A-4861-AAF2-EE713C8FCE4A}" destId="{46930687-B81A-4C2F-B18D-BB84E5654E2F}" srcOrd="2" destOrd="0" presId="urn:microsoft.com/office/officeart/2018/5/layout/IconCircleLabelList"/>
    <dgm:cxn modelId="{65A3B699-6DF9-4199-8589-3FA60F7C75AD}" type="presParOf" srcId="{8532CB0C-1F8A-4861-AAF2-EE713C8FCE4A}" destId="{C30A0D3C-BBEB-4600-A9FD-7FFFE89893EF}" srcOrd="3" destOrd="0" presId="urn:microsoft.com/office/officeart/2018/5/layout/IconCircleLabelList"/>
    <dgm:cxn modelId="{41EB8E01-CE7B-4481-B038-467F52B3B589}" type="presParOf" srcId="{BBA6AF0E-9395-40A8-B80E-71A76756486F}" destId="{96585A06-F935-47EE-BC26-40CD09DC295B}" srcOrd="7" destOrd="0" presId="urn:microsoft.com/office/officeart/2018/5/layout/IconCircleLabelList"/>
    <dgm:cxn modelId="{3ADA4288-F30E-4A40-96FF-D7750CC1448F}" type="presParOf" srcId="{BBA6AF0E-9395-40A8-B80E-71A76756486F}" destId="{3EECB03E-6466-4E14-B9A0-C9BD19C36E63}" srcOrd="8" destOrd="0" presId="urn:microsoft.com/office/officeart/2018/5/layout/IconCircleLabelList"/>
    <dgm:cxn modelId="{F796AE66-0784-40D3-B013-D95480DA8769}" type="presParOf" srcId="{3EECB03E-6466-4E14-B9A0-C9BD19C36E63}" destId="{328F6549-23A8-4DFC-9116-72611ED6CC6C}" srcOrd="0" destOrd="0" presId="urn:microsoft.com/office/officeart/2018/5/layout/IconCircleLabelList"/>
    <dgm:cxn modelId="{F8F26E98-7991-4021-911B-1D87BB355112}" type="presParOf" srcId="{3EECB03E-6466-4E14-B9A0-C9BD19C36E63}" destId="{68103B99-0BA4-4260-9792-80A62782E05F}" srcOrd="1" destOrd="0" presId="urn:microsoft.com/office/officeart/2018/5/layout/IconCircleLabelList"/>
    <dgm:cxn modelId="{D8C42ED1-10CC-4B95-8AD4-31EEA735665B}" type="presParOf" srcId="{3EECB03E-6466-4E14-B9A0-C9BD19C36E63}" destId="{4008B876-2CDC-450B-A27A-CB6B79898550}" srcOrd="2" destOrd="0" presId="urn:microsoft.com/office/officeart/2018/5/layout/IconCircleLabelList"/>
    <dgm:cxn modelId="{07702004-1038-41B4-8140-3FE7219F4A95}" type="presParOf" srcId="{3EECB03E-6466-4E14-B9A0-C9BD19C36E63}" destId="{34921F74-A5CB-44D7-910A-241C19D19143}" srcOrd="3" destOrd="0" presId="urn:microsoft.com/office/officeart/2018/5/layout/IconCircleLabelList"/>
    <dgm:cxn modelId="{8E960607-2C81-443F-BAC4-ED8D3B216E3C}" type="presParOf" srcId="{BBA6AF0E-9395-40A8-B80E-71A76756486F}" destId="{9919D41B-E06D-4F84-8652-8021BF693B7D}" srcOrd="9" destOrd="0" presId="urn:microsoft.com/office/officeart/2018/5/layout/IconCircleLabelList"/>
    <dgm:cxn modelId="{D99906B8-AC3A-4288-84D2-D05D287A586F}" type="presParOf" srcId="{BBA6AF0E-9395-40A8-B80E-71A76756486F}" destId="{706895D7-53FE-499D-BDD7-28C2F195C59F}" srcOrd="10" destOrd="0" presId="urn:microsoft.com/office/officeart/2018/5/layout/IconCircleLabelList"/>
    <dgm:cxn modelId="{46AB9107-3B8E-423B-8337-62DBA573A5AB}" type="presParOf" srcId="{706895D7-53FE-499D-BDD7-28C2F195C59F}" destId="{95A79237-A212-4F9C-AAE0-EAFD8FC2BD24}" srcOrd="0" destOrd="0" presId="urn:microsoft.com/office/officeart/2018/5/layout/IconCircleLabelList"/>
    <dgm:cxn modelId="{0BB79ED2-2F7A-4065-8E30-7678D0B59D74}" type="presParOf" srcId="{706895D7-53FE-499D-BDD7-28C2F195C59F}" destId="{AE818E52-D6BC-46DA-945E-B21BFEFA1C0B}" srcOrd="1" destOrd="0" presId="urn:microsoft.com/office/officeart/2018/5/layout/IconCircleLabelList"/>
    <dgm:cxn modelId="{C80C0ECE-A612-4623-A4F7-829896828158}" type="presParOf" srcId="{706895D7-53FE-499D-BDD7-28C2F195C59F}" destId="{F6B6157B-00AE-4806-9D78-C00B0A59FC13}" srcOrd="2" destOrd="0" presId="urn:microsoft.com/office/officeart/2018/5/layout/IconCircleLabelList"/>
    <dgm:cxn modelId="{91209921-0969-417C-93FD-24D758C43BA2}" type="presParOf" srcId="{706895D7-53FE-499D-BDD7-28C2F195C59F}" destId="{2E5AB297-2F0A-4569-B549-155032915AF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655363D-6692-456A-8FFD-5410BD2618EB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69955B-B531-4BEB-BFA6-75A4F277F3AA}">
      <dgm:prSet/>
      <dgm:spPr>
        <a:solidFill>
          <a:schemeClr val="tx2"/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Recognize</a:t>
          </a:r>
        </a:p>
      </dgm:t>
    </dgm:pt>
    <dgm:pt modelId="{DF7AC100-9A66-4FA6-89DF-D9D7202159AD}" type="parTrans" cxnId="{1BA19BDE-C206-4C0C-86C5-B7ED91840383}">
      <dgm:prSet/>
      <dgm:spPr/>
      <dgm:t>
        <a:bodyPr/>
        <a:lstStyle/>
        <a:p>
          <a:endParaRPr lang="en-US"/>
        </a:p>
      </dgm:t>
    </dgm:pt>
    <dgm:pt modelId="{1AC3A205-1AD7-48C2-BE69-3CF00BA29CAB}" type="sibTrans" cxnId="{1BA19BDE-C206-4C0C-86C5-B7ED91840383}">
      <dgm:prSet/>
      <dgm:spPr/>
      <dgm:t>
        <a:bodyPr/>
        <a:lstStyle/>
        <a:p>
          <a:endParaRPr lang="en-US"/>
        </a:p>
      </dgm:t>
    </dgm:pt>
    <dgm:pt modelId="{182B23BA-D032-4EE8-884F-983F533F1B2B}">
      <dgm:prSet/>
      <dgm:spPr/>
      <dgm:t>
        <a:bodyPr/>
        <a:lstStyle/>
        <a:p>
          <a:r>
            <a:rPr lang="en-US">
              <a:latin typeface="Georgia" panose="02040502050405020303" pitchFamily="18" charset="0"/>
            </a:rPr>
            <a:t>Recognize potential cultural barriers</a:t>
          </a:r>
        </a:p>
      </dgm:t>
    </dgm:pt>
    <dgm:pt modelId="{6C8847D8-625F-42ED-A77A-88FFDEC22980}" type="parTrans" cxnId="{E304799B-4BA8-4E8B-8ED8-9AEA96049FF0}">
      <dgm:prSet/>
      <dgm:spPr/>
      <dgm:t>
        <a:bodyPr/>
        <a:lstStyle/>
        <a:p>
          <a:endParaRPr lang="en-US"/>
        </a:p>
      </dgm:t>
    </dgm:pt>
    <dgm:pt modelId="{D06E6EE6-3335-4A86-B81E-87B37C2480C2}" type="sibTrans" cxnId="{E304799B-4BA8-4E8B-8ED8-9AEA96049FF0}">
      <dgm:prSet/>
      <dgm:spPr/>
      <dgm:t>
        <a:bodyPr/>
        <a:lstStyle/>
        <a:p>
          <a:endParaRPr lang="en-US"/>
        </a:p>
      </dgm:t>
    </dgm:pt>
    <dgm:pt modelId="{9FC351DF-77A8-47B6-AE28-2F17C3D739CA}">
      <dgm:prSet/>
      <dgm:spPr/>
      <dgm:t>
        <a:bodyPr/>
        <a:lstStyle/>
        <a:p>
          <a:r>
            <a:rPr lang="en-US">
              <a:latin typeface="Georgia" panose="02040502050405020303" pitchFamily="18" charset="0"/>
            </a:rPr>
            <a:t>Understand</a:t>
          </a:r>
        </a:p>
      </dgm:t>
    </dgm:pt>
    <dgm:pt modelId="{8DFD009A-921D-44EE-9E58-1166C24B2D4F}" type="parTrans" cxnId="{21E593B8-F678-4C96-AD0D-6A874CC953F9}">
      <dgm:prSet/>
      <dgm:spPr/>
      <dgm:t>
        <a:bodyPr/>
        <a:lstStyle/>
        <a:p>
          <a:endParaRPr lang="en-US"/>
        </a:p>
      </dgm:t>
    </dgm:pt>
    <dgm:pt modelId="{771B5060-9DC8-4328-BD05-FDC8BF5F7C3F}" type="sibTrans" cxnId="{21E593B8-F678-4C96-AD0D-6A874CC953F9}">
      <dgm:prSet/>
      <dgm:spPr/>
      <dgm:t>
        <a:bodyPr/>
        <a:lstStyle/>
        <a:p>
          <a:endParaRPr lang="en-US"/>
        </a:p>
      </dgm:t>
    </dgm:pt>
    <dgm:pt modelId="{27647791-1BB6-4771-8957-8EEB39AAF581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Understand sensitive historical topics</a:t>
          </a:r>
        </a:p>
      </dgm:t>
    </dgm:pt>
    <dgm:pt modelId="{00C68BFA-D3E4-4EC0-AE18-C8F9ECF7503B}" type="parTrans" cxnId="{3627B00A-2483-4C60-8991-7E0C994049CA}">
      <dgm:prSet/>
      <dgm:spPr/>
      <dgm:t>
        <a:bodyPr/>
        <a:lstStyle/>
        <a:p>
          <a:endParaRPr lang="en-US"/>
        </a:p>
      </dgm:t>
    </dgm:pt>
    <dgm:pt modelId="{B5E3A621-15EC-430D-9895-14B9B60FD834}" type="sibTrans" cxnId="{3627B00A-2483-4C60-8991-7E0C994049CA}">
      <dgm:prSet/>
      <dgm:spPr/>
      <dgm:t>
        <a:bodyPr/>
        <a:lstStyle/>
        <a:p>
          <a:endParaRPr lang="en-US"/>
        </a:p>
      </dgm:t>
    </dgm:pt>
    <dgm:pt modelId="{5CB1B0B9-0BE9-4942-8EF1-1D5294F61B41}">
      <dgm:prSet/>
      <dgm:spPr>
        <a:solidFill>
          <a:schemeClr val="accent4"/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Provide</a:t>
          </a:r>
        </a:p>
      </dgm:t>
    </dgm:pt>
    <dgm:pt modelId="{CE4B6CC0-A426-40B8-9AE5-8754158D1D2D}" type="parTrans" cxnId="{35D695DE-BE38-4226-878E-0B3EA701AC73}">
      <dgm:prSet/>
      <dgm:spPr/>
      <dgm:t>
        <a:bodyPr/>
        <a:lstStyle/>
        <a:p>
          <a:endParaRPr lang="en-US"/>
        </a:p>
      </dgm:t>
    </dgm:pt>
    <dgm:pt modelId="{647263B4-91AC-4D0A-97DC-4514039ACF7B}" type="sibTrans" cxnId="{35D695DE-BE38-4226-878E-0B3EA701AC73}">
      <dgm:prSet/>
      <dgm:spPr/>
      <dgm:t>
        <a:bodyPr/>
        <a:lstStyle/>
        <a:p>
          <a:endParaRPr lang="en-US"/>
        </a:p>
      </dgm:t>
    </dgm:pt>
    <dgm:pt modelId="{BC12093F-C4F6-4F3A-8E41-05BEB13EF45C}">
      <dgm:prSet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Provide context for historical materials</a:t>
          </a:r>
        </a:p>
      </dgm:t>
    </dgm:pt>
    <dgm:pt modelId="{5E81A0A4-FA65-496D-BE2F-78ACA2B1FDF0}" type="parTrans" cxnId="{1E19CCB0-6175-4412-A137-254543919141}">
      <dgm:prSet/>
      <dgm:spPr/>
      <dgm:t>
        <a:bodyPr/>
        <a:lstStyle/>
        <a:p>
          <a:endParaRPr lang="en-US"/>
        </a:p>
      </dgm:t>
    </dgm:pt>
    <dgm:pt modelId="{293B2458-A316-4358-A057-4F7DDECEE8A7}" type="sibTrans" cxnId="{1E19CCB0-6175-4412-A137-254543919141}">
      <dgm:prSet/>
      <dgm:spPr/>
      <dgm:t>
        <a:bodyPr/>
        <a:lstStyle/>
        <a:p>
          <a:endParaRPr lang="en-US"/>
        </a:p>
      </dgm:t>
    </dgm:pt>
    <dgm:pt modelId="{19B65CFE-F789-48DA-9600-FE2CC04761C6}">
      <dgm:prSet/>
      <dgm:spPr>
        <a:solidFill>
          <a:schemeClr val="accent5"/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Respect</a:t>
          </a:r>
        </a:p>
      </dgm:t>
    </dgm:pt>
    <dgm:pt modelId="{2659E0C6-DA0C-4689-8970-F58369A1C468}" type="parTrans" cxnId="{56480B94-79A0-4BB6-82F6-86B9B558CF2B}">
      <dgm:prSet/>
      <dgm:spPr/>
      <dgm:t>
        <a:bodyPr/>
        <a:lstStyle/>
        <a:p>
          <a:endParaRPr lang="en-US"/>
        </a:p>
      </dgm:t>
    </dgm:pt>
    <dgm:pt modelId="{5B4EE01F-ADF7-42D0-81B5-C6502BE1D482}" type="sibTrans" cxnId="{56480B94-79A0-4BB6-82F6-86B9B558CF2B}">
      <dgm:prSet/>
      <dgm:spPr/>
      <dgm:t>
        <a:bodyPr/>
        <a:lstStyle/>
        <a:p>
          <a:endParaRPr lang="en-US"/>
        </a:p>
      </dgm:t>
    </dgm:pt>
    <dgm:pt modelId="{6D7449B5-FAA5-4796-85A5-051FFBC452BF}">
      <dgm:prSet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Respect different research approaches</a:t>
          </a:r>
        </a:p>
      </dgm:t>
    </dgm:pt>
    <dgm:pt modelId="{5644817F-E1BF-499A-BCE2-D77A7187738A}" type="parTrans" cxnId="{65F9A1EE-9E28-4AD3-B85D-2316C226ABD6}">
      <dgm:prSet/>
      <dgm:spPr/>
      <dgm:t>
        <a:bodyPr/>
        <a:lstStyle/>
        <a:p>
          <a:endParaRPr lang="en-US"/>
        </a:p>
      </dgm:t>
    </dgm:pt>
    <dgm:pt modelId="{595636B6-33B1-4D4C-9571-6BAB5ACAAF57}" type="sibTrans" cxnId="{65F9A1EE-9E28-4AD3-B85D-2316C226ABD6}">
      <dgm:prSet/>
      <dgm:spPr/>
      <dgm:t>
        <a:bodyPr/>
        <a:lstStyle/>
        <a:p>
          <a:endParaRPr lang="en-US"/>
        </a:p>
      </dgm:t>
    </dgm:pt>
    <dgm:pt modelId="{90D281A7-0314-45BA-9DA6-8FD340C41E46}">
      <dgm:prSet/>
      <dgm:spPr>
        <a:solidFill>
          <a:schemeClr val="accent6"/>
        </a:solidFill>
      </dgm:spPr>
      <dgm:t>
        <a:bodyPr/>
        <a:lstStyle/>
        <a:p>
          <a:r>
            <a:rPr lang="en-US">
              <a:latin typeface="Georgia" panose="02040502050405020303" pitchFamily="18" charset="0"/>
            </a:rPr>
            <a:t>Acknowledge</a:t>
          </a:r>
        </a:p>
      </dgm:t>
    </dgm:pt>
    <dgm:pt modelId="{BAE19B76-D653-44BF-8874-9040A1937113}" type="parTrans" cxnId="{CA92A60F-8A66-4509-900C-7420F6F0D14F}">
      <dgm:prSet/>
      <dgm:spPr/>
      <dgm:t>
        <a:bodyPr/>
        <a:lstStyle/>
        <a:p>
          <a:endParaRPr lang="en-US"/>
        </a:p>
      </dgm:t>
    </dgm:pt>
    <dgm:pt modelId="{EBC6C809-753F-415C-8FA5-0C0D9090B19B}" type="sibTrans" cxnId="{CA92A60F-8A66-4509-900C-7420F6F0D14F}">
      <dgm:prSet/>
      <dgm:spPr/>
      <dgm:t>
        <a:bodyPr/>
        <a:lstStyle/>
        <a:p>
          <a:endParaRPr lang="en-US"/>
        </a:p>
      </dgm:t>
    </dgm:pt>
    <dgm:pt modelId="{7A15B42E-CF25-47AD-843E-D2795A1DD4B3}">
      <dgm:prSet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>
              <a:latin typeface="Georgia" panose="02040502050405020303" pitchFamily="18" charset="0"/>
            </a:rPr>
            <a:t>Acknowledge gaps in historical records</a:t>
          </a:r>
        </a:p>
      </dgm:t>
    </dgm:pt>
    <dgm:pt modelId="{91ED3A94-842E-465C-B1E1-3E12FDF77E87}" type="parTrans" cxnId="{D1706A6F-D0A0-4207-81E6-45B816600298}">
      <dgm:prSet/>
      <dgm:spPr/>
      <dgm:t>
        <a:bodyPr/>
        <a:lstStyle/>
        <a:p>
          <a:endParaRPr lang="en-US"/>
        </a:p>
      </dgm:t>
    </dgm:pt>
    <dgm:pt modelId="{8B68F3DE-86AD-47AA-B4A3-579E58401872}" type="sibTrans" cxnId="{D1706A6F-D0A0-4207-81E6-45B816600298}">
      <dgm:prSet/>
      <dgm:spPr/>
      <dgm:t>
        <a:bodyPr/>
        <a:lstStyle/>
        <a:p>
          <a:endParaRPr lang="en-US"/>
        </a:p>
      </dgm:t>
    </dgm:pt>
    <dgm:pt modelId="{1A27DD18-0B4E-A84A-A802-F11A9A753A53}" type="pres">
      <dgm:prSet presAssocID="{B655363D-6692-456A-8FFD-5410BD2618EB}" presName="Name0" presStyleCnt="0">
        <dgm:presLayoutVars>
          <dgm:dir/>
          <dgm:animLvl val="lvl"/>
          <dgm:resizeHandles val="exact"/>
        </dgm:presLayoutVars>
      </dgm:prSet>
      <dgm:spPr/>
    </dgm:pt>
    <dgm:pt modelId="{D4FCCD54-8AB3-D549-AFED-C4420D60399F}" type="pres">
      <dgm:prSet presAssocID="{EB69955B-B531-4BEB-BFA6-75A4F277F3AA}" presName="composite" presStyleCnt="0"/>
      <dgm:spPr/>
    </dgm:pt>
    <dgm:pt modelId="{2F7372ED-ECE8-EC42-8304-3D37E8DCA366}" type="pres">
      <dgm:prSet presAssocID="{EB69955B-B531-4BEB-BFA6-75A4F277F3AA}" presName="parTx" presStyleLbl="alignNode1" presStyleIdx="0" presStyleCnt="5">
        <dgm:presLayoutVars>
          <dgm:chMax val="0"/>
          <dgm:chPref val="0"/>
        </dgm:presLayoutVars>
      </dgm:prSet>
      <dgm:spPr/>
    </dgm:pt>
    <dgm:pt modelId="{7C33DEF3-1E8D-1848-89AE-67D789317382}" type="pres">
      <dgm:prSet presAssocID="{EB69955B-B531-4BEB-BFA6-75A4F277F3AA}" presName="desTx" presStyleLbl="alignAccFollowNode1" presStyleIdx="0" presStyleCnt="5">
        <dgm:presLayoutVars/>
      </dgm:prSet>
      <dgm:spPr/>
    </dgm:pt>
    <dgm:pt modelId="{9E8CD35A-B94B-DF4F-8804-BB88F79BC369}" type="pres">
      <dgm:prSet presAssocID="{1AC3A205-1AD7-48C2-BE69-3CF00BA29CAB}" presName="space" presStyleCnt="0"/>
      <dgm:spPr/>
    </dgm:pt>
    <dgm:pt modelId="{C24E5E37-9790-C648-A2FE-B14A75D677A1}" type="pres">
      <dgm:prSet presAssocID="{9FC351DF-77A8-47B6-AE28-2F17C3D739CA}" presName="composite" presStyleCnt="0"/>
      <dgm:spPr/>
    </dgm:pt>
    <dgm:pt modelId="{5B08F53F-3632-6346-B3D1-07C60DEAC038}" type="pres">
      <dgm:prSet presAssocID="{9FC351DF-77A8-47B6-AE28-2F17C3D739CA}" presName="parTx" presStyleLbl="alignNode1" presStyleIdx="1" presStyleCnt="5">
        <dgm:presLayoutVars>
          <dgm:chMax val="0"/>
          <dgm:chPref val="0"/>
        </dgm:presLayoutVars>
      </dgm:prSet>
      <dgm:spPr/>
    </dgm:pt>
    <dgm:pt modelId="{05544078-EF58-1E40-8AF0-18BE1A5B0BB4}" type="pres">
      <dgm:prSet presAssocID="{9FC351DF-77A8-47B6-AE28-2F17C3D739CA}" presName="desTx" presStyleLbl="alignAccFollowNode1" presStyleIdx="1" presStyleCnt="5">
        <dgm:presLayoutVars/>
      </dgm:prSet>
      <dgm:spPr/>
    </dgm:pt>
    <dgm:pt modelId="{83CB9F98-0A11-0A48-837F-AFD98347445F}" type="pres">
      <dgm:prSet presAssocID="{771B5060-9DC8-4328-BD05-FDC8BF5F7C3F}" presName="space" presStyleCnt="0"/>
      <dgm:spPr/>
    </dgm:pt>
    <dgm:pt modelId="{1F659217-8A6D-F64A-96A9-DCDDA547068F}" type="pres">
      <dgm:prSet presAssocID="{5CB1B0B9-0BE9-4942-8EF1-1D5294F61B41}" presName="composite" presStyleCnt="0"/>
      <dgm:spPr/>
    </dgm:pt>
    <dgm:pt modelId="{F0724EBD-1D4F-4145-A4BA-DB18E3DE3D3A}" type="pres">
      <dgm:prSet presAssocID="{5CB1B0B9-0BE9-4942-8EF1-1D5294F61B41}" presName="parTx" presStyleLbl="alignNode1" presStyleIdx="2" presStyleCnt="5">
        <dgm:presLayoutVars>
          <dgm:chMax val="0"/>
          <dgm:chPref val="0"/>
        </dgm:presLayoutVars>
      </dgm:prSet>
      <dgm:spPr/>
    </dgm:pt>
    <dgm:pt modelId="{D811BDA8-9787-7645-A068-2BB50D5315BB}" type="pres">
      <dgm:prSet presAssocID="{5CB1B0B9-0BE9-4942-8EF1-1D5294F61B41}" presName="desTx" presStyleLbl="alignAccFollowNode1" presStyleIdx="2" presStyleCnt="5">
        <dgm:presLayoutVars/>
      </dgm:prSet>
      <dgm:spPr/>
    </dgm:pt>
    <dgm:pt modelId="{CA06D3D2-669B-A945-86C5-A9E3393B95BF}" type="pres">
      <dgm:prSet presAssocID="{647263B4-91AC-4D0A-97DC-4514039ACF7B}" presName="space" presStyleCnt="0"/>
      <dgm:spPr/>
    </dgm:pt>
    <dgm:pt modelId="{12921E22-A147-B741-A895-0E0F90F5D534}" type="pres">
      <dgm:prSet presAssocID="{19B65CFE-F789-48DA-9600-FE2CC04761C6}" presName="composite" presStyleCnt="0"/>
      <dgm:spPr/>
    </dgm:pt>
    <dgm:pt modelId="{1A59755B-6271-EB4B-8B80-B0FD9DBDADD0}" type="pres">
      <dgm:prSet presAssocID="{19B65CFE-F789-48DA-9600-FE2CC04761C6}" presName="parTx" presStyleLbl="alignNode1" presStyleIdx="3" presStyleCnt="5">
        <dgm:presLayoutVars>
          <dgm:chMax val="0"/>
          <dgm:chPref val="0"/>
        </dgm:presLayoutVars>
      </dgm:prSet>
      <dgm:spPr/>
    </dgm:pt>
    <dgm:pt modelId="{7F70383C-66AA-A346-870A-57DBF6D32204}" type="pres">
      <dgm:prSet presAssocID="{19B65CFE-F789-48DA-9600-FE2CC04761C6}" presName="desTx" presStyleLbl="alignAccFollowNode1" presStyleIdx="3" presStyleCnt="5">
        <dgm:presLayoutVars/>
      </dgm:prSet>
      <dgm:spPr/>
    </dgm:pt>
    <dgm:pt modelId="{5BD97F52-F983-FA46-8FD5-8EC98C447E0D}" type="pres">
      <dgm:prSet presAssocID="{5B4EE01F-ADF7-42D0-81B5-C6502BE1D482}" presName="space" presStyleCnt="0"/>
      <dgm:spPr/>
    </dgm:pt>
    <dgm:pt modelId="{3727E269-F6C0-234E-B7A0-45948CD30EAD}" type="pres">
      <dgm:prSet presAssocID="{90D281A7-0314-45BA-9DA6-8FD340C41E46}" presName="composite" presStyleCnt="0"/>
      <dgm:spPr/>
    </dgm:pt>
    <dgm:pt modelId="{918D7CB9-8363-8043-AC7A-A9F193B3164B}" type="pres">
      <dgm:prSet presAssocID="{90D281A7-0314-45BA-9DA6-8FD340C41E46}" presName="parTx" presStyleLbl="alignNode1" presStyleIdx="4" presStyleCnt="5">
        <dgm:presLayoutVars>
          <dgm:chMax val="0"/>
          <dgm:chPref val="0"/>
        </dgm:presLayoutVars>
      </dgm:prSet>
      <dgm:spPr/>
    </dgm:pt>
    <dgm:pt modelId="{77BB11F6-0018-A642-913F-0BF480D9F103}" type="pres">
      <dgm:prSet presAssocID="{90D281A7-0314-45BA-9DA6-8FD340C41E46}" presName="desTx" presStyleLbl="alignAccFollowNode1" presStyleIdx="4" presStyleCnt="5">
        <dgm:presLayoutVars/>
      </dgm:prSet>
      <dgm:spPr/>
    </dgm:pt>
  </dgm:ptLst>
  <dgm:cxnLst>
    <dgm:cxn modelId="{3627B00A-2483-4C60-8991-7E0C994049CA}" srcId="{9FC351DF-77A8-47B6-AE28-2F17C3D739CA}" destId="{27647791-1BB6-4771-8957-8EEB39AAF581}" srcOrd="0" destOrd="0" parTransId="{00C68BFA-D3E4-4EC0-AE18-C8F9ECF7503B}" sibTransId="{B5E3A621-15EC-430D-9895-14B9B60FD834}"/>
    <dgm:cxn modelId="{CA92A60F-8A66-4509-900C-7420F6F0D14F}" srcId="{B655363D-6692-456A-8FFD-5410BD2618EB}" destId="{90D281A7-0314-45BA-9DA6-8FD340C41E46}" srcOrd="4" destOrd="0" parTransId="{BAE19B76-D653-44BF-8874-9040A1937113}" sibTransId="{EBC6C809-753F-415C-8FA5-0C0D9090B19B}"/>
    <dgm:cxn modelId="{A3567E17-70ED-7147-A6ED-54BA0240F825}" type="presOf" srcId="{19B65CFE-F789-48DA-9600-FE2CC04761C6}" destId="{1A59755B-6271-EB4B-8B80-B0FD9DBDADD0}" srcOrd="0" destOrd="0" presId="urn:microsoft.com/office/officeart/2016/7/layout/HorizontalActionList"/>
    <dgm:cxn modelId="{588C482F-F853-9146-89A8-FD21D3EBA6CE}" type="presOf" srcId="{182B23BA-D032-4EE8-884F-983F533F1B2B}" destId="{7C33DEF3-1E8D-1848-89AE-67D789317382}" srcOrd="0" destOrd="0" presId="urn:microsoft.com/office/officeart/2016/7/layout/HorizontalActionList"/>
    <dgm:cxn modelId="{D1706A6F-D0A0-4207-81E6-45B816600298}" srcId="{90D281A7-0314-45BA-9DA6-8FD340C41E46}" destId="{7A15B42E-CF25-47AD-843E-D2795A1DD4B3}" srcOrd="0" destOrd="0" parTransId="{91ED3A94-842E-465C-B1E1-3E12FDF77E87}" sibTransId="{8B68F3DE-86AD-47AA-B4A3-579E58401872}"/>
    <dgm:cxn modelId="{2C888B86-87F7-144D-BD9D-19A3E6398416}" type="presOf" srcId="{6D7449B5-FAA5-4796-85A5-051FFBC452BF}" destId="{7F70383C-66AA-A346-870A-57DBF6D32204}" srcOrd="0" destOrd="0" presId="urn:microsoft.com/office/officeart/2016/7/layout/HorizontalActionList"/>
    <dgm:cxn modelId="{93A0D18F-D364-EF4C-9A2C-367994F0562E}" type="presOf" srcId="{EB69955B-B531-4BEB-BFA6-75A4F277F3AA}" destId="{2F7372ED-ECE8-EC42-8304-3D37E8DCA366}" srcOrd="0" destOrd="0" presId="urn:microsoft.com/office/officeart/2016/7/layout/HorizontalActionList"/>
    <dgm:cxn modelId="{56480B94-79A0-4BB6-82F6-86B9B558CF2B}" srcId="{B655363D-6692-456A-8FFD-5410BD2618EB}" destId="{19B65CFE-F789-48DA-9600-FE2CC04761C6}" srcOrd="3" destOrd="0" parTransId="{2659E0C6-DA0C-4689-8970-F58369A1C468}" sibTransId="{5B4EE01F-ADF7-42D0-81B5-C6502BE1D482}"/>
    <dgm:cxn modelId="{E304799B-4BA8-4E8B-8ED8-9AEA96049FF0}" srcId="{EB69955B-B531-4BEB-BFA6-75A4F277F3AA}" destId="{182B23BA-D032-4EE8-884F-983F533F1B2B}" srcOrd="0" destOrd="0" parTransId="{6C8847D8-625F-42ED-A77A-88FFDEC22980}" sibTransId="{D06E6EE6-3335-4A86-B81E-87B37C2480C2}"/>
    <dgm:cxn modelId="{16D663A7-294A-6642-A5E5-0E245B961355}" type="presOf" srcId="{BC12093F-C4F6-4F3A-8E41-05BEB13EF45C}" destId="{D811BDA8-9787-7645-A068-2BB50D5315BB}" srcOrd="0" destOrd="0" presId="urn:microsoft.com/office/officeart/2016/7/layout/HorizontalActionList"/>
    <dgm:cxn modelId="{2E6E50A8-4433-154D-902A-BE936F98B42B}" type="presOf" srcId="{27647791-1BB6-4771-8957-8EEB39AAF581}" destId="{05544078-EF58-1E40-8AF0-18BE1A5B0BB4}" srcOrd="0" destOrd="0" presId="urn:microsoft.com/office/officeart/2016/7/layout/HorizontalActionList"/>
    <dgm:cxn modelId="{9BB61AA9-7E38-C84C-8E60-7C200AF690D8}" type="presOf" srcId="{90D281A7-0314-45BA-9DA6-8FD340C41E46}" destId="{918D7CB9-8363-8043-AC7A-A9F193B3164B}" srcOrd="0" destOrd="0" presId="urn:microsoft.com/office/officeart/2016/7/layout/HorizontalActionList"/>
    <dgm:cxn modelId="{87FAADAC-51D6-804B-806B-5B0EBF5AF004}" type="presOf" srcId="{7A15B42E-CF25-47AD-843E-D2795A1DD4B3}" destId="{77BB11F6-0018-A642-913F-0BF480D9F103}" srcOrd="0" destOrd="0" presId="urn:microsoft.com/office/officeart/2016/7/layout/HorizontalActionList"/>
    <dgm:cxn modelId="{1E19CCB0-6175-4412-A137-254543919141}" srcId="{5CB1B0B9-0BE9-4942-8EF1-1D5294F61B41}" destId="{BC12093F-C4F6-4F3A-8E41-05BEB13EF45C}" srcOrd="0" destOrd="0" parTransId="{5E81A0A4-FA65-496D-BE2F-78ACA2B1FDF0}" sibTransId="{293B2458-A316-4358-A057-4F7DDECEE8A7}"/>
    <dgm:cxn modelId="{21E593B8-F678-4C96-AD0D-6A874CC953F9}" srcId="{B655363D-6692-456A-8FFD-5410BD2618EB}" destId="{9FC351DF-77A8-47B6-AE28-2F17C3D739CA}" srcOrd="1" destOrd="0" parTransId="{8DFD009A-921D-44EE-9E58-1166C24B2D4F}" sibTransId="{771B5060-9DC8-4328-BD05-FDC8BF5F7C3F}"/>
    <dgm:cxn modelId="{74FC08C8-CCDD-8945-B084-F5CAE55A8C3B}" type="presOf" srcId="{B655363D-6692-456A-8FFD-5410BD2618EB}" destId="{1A27DD18-0B4E-A84A-A802-F11A9A753A53}" srcOrd="0" destOrd="0" presId="urn:microsoft.com/office/officeart/2016/7/layout/HorizontalActionList"/>
    <dgm:cxn modelId="{D17485CC-2196-3A4E-B59E-558BEFC15848}" type="presOf" srcId="{9FC351DF-77A8-47B6-AE28-2F17C3D739CA}" destId="{5B08F53F-3632-6346-B3D1-07C60DEAC038}" srcOrd="0" destOrd="0" presId="urn:microsoft.com/office/officeart/2016/7/layout/HorizontalActionList"/>
    <dgm:cxn modelId="{35D695DE-BE38-4226-878E-0B3EA701AC73}" srcId="{B655363D-6692-456A-8FFD-5410BD2618EB}" destId="{5CB1B0B9-0BE9-4942-8EF1-1D5294F61B41}" srcOrd="2" destOrd="0" parTransId="{CE4B6CC0-A426-40B8-9AE5-8754158D1D2D}" sibTransId="{647263B4-91AC-4D0A-97DC-4514039ACF7B}"/>
    <dgm:cxn modelId="{1BA19BDE-C206-4C0C-86C5-B7ED91840383}" srcId="{B655363D-6692-456A-8FFD-5410BD2618EB}" destId="{EB69955B-B531-4BEB-BFA6-75A4F277F3AA}" srcOrd="0" destOrd="0" parTransId="{DF7AC100-9A66-4FA6-89DF-D9D7202159AD}" sibTransId="{1AC3A205-1AD7-48C2-BE69-3CF00BA29CAB}"/>
    <dgm:cxn modelId="{65F9A1EE-9E28-4AD3-B85D-2316C226ABD6}" srcId="{19B65CFE-F789-48DA-9600-FE2CC04761C6}" destId="{6D7449B5-FAA5-4796-85A5-051FFBC452BF}" srcOrd="0" destOrd="0" parTransId="{5644817F-E1BF-499A-BCE2-D77A7187738A}" sibTransId="{595636B6-33B1-4D4C-9571-6BAB5ACAAF57}"/>
    <dgm:cxn modelId="{932FE8F5-8083-D54A-9784-3E305B8E5E75}" type="presOf" srcId="{5CB1B0B9-0BE9-4942-8EF1-1D5294F61B41}" destId="{F0724EBD-1D4F-4145-A4BA-DB18E3DE3D3A}" srcOrd="0" destOrd="0" presId="urn:microsoft.com/office/officeart/2016/7/layout/HorizontalActionList"/>
    <dgm:cxn modelId="{2E02F7E6-CDE6-DC41-8D36-7A767D588684}" type="presParOf" srcId="{1A27DD18-0B4E-A84A-A802-F11A9A753A53}" destId="{D4FCCD54-8AB3-D549-AFED-C4420D60399F}" srcOrd="0" destOrd="0" presId="urn:microsoft.com/office/officeart/2016/7/layout/HorizontalActionList"/>
    <dgm:cxn modelId="{F7E25E60-D57E-D14E-B916-A5DE6AD96B4F}" type="presParOf" srcId="{D4FCCD54-8AB3-D549-AFED-C4420D60399F}" destId="{2F7372ED-ECE8-EC42-8304-3D37E8DCA366}" srcOrd="0" destOrd="0" presId="urn:microsoft.com/office/officeart/2016/7/layout/HorizontalActionList"/>
    <dgm:cxn modelId="{3DEA3FBD-6CAE-3045-BB31-D9BDD8AA1FE9}" type="presParOf" srcId="{D4FCCD54-8AB3-D549-AFED-C4420D60399F}" destId="{7C33DEF3-1E8D-1848-89AE-67D789317382}" srcOrd="1" destOrd="0" presId="urn:microsoft.com/office/officeart/2016/7/layout/HorizontalActionList"/>
    <dgm:cxn modelId="{84CB91EF-D3D7-5048-B97D-2E4F767FD6C5}" type="presParOf" srcId="{1A27DD18-0B4E-A84A-A802-F11A9A753A53}" destId="{9E8CD35A-B94B-DF4F-8804-BB88F79BC369}" srcOrd="1" destOrd="0" presId="urn:microsoft.com/office/officeart/2016/7/layout/HorizontalActionList"/>
    <dgm:cxn modelId="{9B1793BC-4281-FD43-AE3D-953BAABB6AE5}" type="presParOf" srcId="{1A27DD18-0B4E-A84A-A802-F11A9A753A53}" destId="{C24E5E37-9790-C648-A2FE-B14A75D677A1}" srcOrd="2" destOrd="0" presId="urn:microsoft.com/office/officeart/2016/7/layout/HorizontalActionList"/>
    <dgm:cxn modelId="{EBDFDDB0-36AA-6F4D-9224-EA60DAE0FE73}" type="presParOf" srcId="{C24E5E37-9790-C648-A2FE-B14A75D677A1}" destId="{5B08F53F-3632-6346-B3D1-07C60DEAC038}" srcOrd="0" destOrd="0" presId="urn:microsoft.com/office/officeart/2016/7/layout/HorizontalActionList"/>
    <dgm:cxn modelId="{B34EFBA0-7024-E747-920C-5510085466D2}" type="presParOf" srcId="{C24E5E37-9790-C648-A2FE-B14A75D677A1}" destId="{05544078-EF58-1E40-8AF0-18BE1A5B0BB4}" srcOrd="1" destOrd="0" presId="urn:microsoft.com/office/officeart/2016/7/layout/HorizontalActionList"/>
    <dgm:cxn modelId="{31AB8CB9-8F5A-5E4B-A221-09422AFB751D}" type="presParOf" srcId="{1A27DD18-0B4E-A84A-A802-F11A9A753A53}" destId="{83CB9F98-0A11-0A48-837F-AFD98347445F}" srcOrd="3" destOrd="0" presId="urn:microsoft.com/office/officeart/2016/7/layout/HorizontalActionList"/>
    <dgm:cxn modelId="{C2227A52-CC87-E249-B90A-C4B692C422AA}" type="presParOf" srcId="{1A27DD18-0B4E-A84A-A802-F11A9A753A53}" destId="{1F659217-8A6D-F64A-96A9-DCDDA547068F}" srcOrd="4" destOrd="0" presId="urn:microsoft.com/office/officeart/2016/7/layout/HorizontalActionList"/>
    <dgm:cxn modelId="{7A2B1909-0D21-3D42-9266-8C595A3075D1}" type="presParOf" srcId="{1F659217-8A6D-F64A-96A9-DCDDA547068F}" destId="{F0724EBD-1D4F-4145-A4BA-DB18E3DE3D3A}" srcOrd="0" destOrd="0" presId="urn:microsoft.com/office/officeart/2016/7/layout/HorizontalActionList"/>
    <dgm:cxn modelId="{273B2F5B-E5E2-E044-BF7C-6AF9C34790CF}" type="presParOf" srcId="{1F659217-8A6D-F64A-96A9-DCDDA547068F}" destId="{D811BDA8-9787-7645-A068-2BB50D5315BB}" srcOrd="1" destOrd="0" presId="urn:microsoft.com/office/officeart/2016/7/layout/HorizontalActionList"/>
    <dgm:cxn modelId="{A4D8F50B-CCD9-7E4E-B16E-FD96F8B8A233}" type="presParOf" srcId="{1A27DD18-0B4E-A84A-A802-F11A9A753A53}" destId="{CA06D3D2-669B-A945-86C5-A9E3393B95BF}" srcOrd="5" destOrd="0" presId="urn:microsoft.com/office/officeart/2016/7/layout/HorizontalActionList"/>
    <dgm:cxn modelId="{F9DC2BD0-5551-5D40-84A3-4F75EAB40BCE}" type="presParOf" srcId="{1A27DD18-0B4E-A84A-A802-F11A9A753A53}" destId="{12921E22-A147-B741-A895-0E0F90F5D534}" srcOrd="6" destOrd="0" presId="urn:microsoft.com/office/officeart/2016/7/layout/HorizontalActionList"/>
    <dgm:cxn modelId="{47D354B2-3955-4B4B-9757-6DAD67F78594}" type="presParOf" srcId="{12921E22-A147-B741-A895-0E0F90F5D534}" destId="{1A59755B-6271-EB4B-8B80-B0FD9DBDADD0}" srcOrd="0" destOrd="0" presId="urn:microsoft.com/office/officeart/2016/7/layout/HorizontalActionList"/>
    <dgm:cxn modelId="{BBEA3B69-5CED-E341-A9BD-1D424918AA24}" type="presParOf" srcId="{12921E22-A147-B741-A895-0E0F90F5D534}" destId="{7F70383C-66AA-A346-870A-57DBF6D32204}" srcOrd="1" destOrd="0" presId="urn:microsoft.com/office/officeart/2016/7/layout/HorizontalActionList"/>
    <dgm:cxn modelId="{0ED66162-DA3A-1C4D-B9AD-E91E4B2B2FC9}" type="presParOf" srcId="{1A27DD18-0B4E-A84A-A802-F11A9A753A53}" destId="{5BD97F52-F983-FA46-8FD5-8EC98C447E0D}" srcOrd="7" destOrd="0" presId="urn:microsoft.com/office/officeart/2016/7/layout/HorizontalActionList"/>
    <dgm:cxn modelId="{6BD56D89-D08F-7E40-8467-FEFE0CB0922E}" type="presParOf" srcId="{1A27DD18-0B4E-A84A-A802-F11A9A753A53}" destId="{3727E269-F6C0-234E-B7A0-45948CD30EAD}" srcOrd="8" destOrd="0" presId="urn:microsoft.com/office/officeart/2016/7/layout/HorizontalActionList"/>
    <dgm:cxn modelId="{A30D1FFD-4280-8A4F-97B2-9F6454262B3E}" type="presParOf" srcId="{3727E269-F6C0-234E-B7A0-45948CD30EAD}" destId="{918D7CB9-8363-8043-AC7A-A9F193B3164B}" srcOrd="0" destOrd="0" presId="urn:microsoft.com/office/officeart/2016/7/layout/HorizontalActionList"/>
    <dgm:cxn modelId="{86EC7025-9819-3A4A-8221-5B6971D42FAB}" type="presParOf" srcId="{3727E269-F6C0-234E-B7A0-45948CD30EAD}" destId="{77BB11F6-0018-A642-913F-0BF480D9F103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215588B-1C8C-4516-8AB3-D7A64906C8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BD6C10-623D-4C14-9CCA-0B4301B6BEEA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Active Listening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Understanding patron needs completely</a:t>
          </a:r>
        </a:p>
      </dgm:t>
    </dgm:pt>
    <dgm:pt modelId="{60DB2A29-9716-4390-AE48-BFA58785A57D}" type="parTrans" cxnId="{84BA3DB7-3B6F-49CD-85BA-A345228BAB98}">
      <dgm:prSet/>
      <dgm:spPr/>
      <dgm:t>
        <a:bodyPr/>
        <a:lstStyle/>
        <a:p>
          <a:endParaRPr lang="en-US"/>
        </a:p>
      </dgm:t>
    </dgm:pt>
    <dgm:pt modelId="{8F8E8BCE-42DE-42CB-813C-D09A084DE7CC}" type="sibTrans" cxnId="{84BA3DB7-3B6F-49CD-85BA-A345228BAB98}">
      <dgm:prSet/>
      <dgm:spPr/>
      <dgm:t>
        <a:bodyPr/>
        <a:lstStyle/>
        <a:p>
          <a:endParaRPr lang="en-US"/>
        </a:p>
      </dgm:t>
    </dgm:pt>
    <dgm:pt modelId="{46D6B1A0-3884-4926-8A0A-D8D127D76C27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Clear Communication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Explaining procedures and limitations</a:t>
          </a:r>
        </a:p>
      </dgm:t>
    </dgm:pt>
    <dgm:pt modelId="{E27DF961-1728-4CD7-ACDD-C116DACCEB8D}" type="parTrans" cxnId="{DA25B4CB-ECAF-4C18-A539-A93629FFF101}">
      <dgm:prSet/>
      <dgm:spPr/>
      <dgm:t>
        <a:bodyPr/>
        <a:lstStyle/>
        <a:p>
          <a:endParaRPr lang="en-US"/>
        </a:p>
      </dgm:t>
    </dgm:pt>
    <dgm:pt modelId="{27B1DB13-ADF8-4786-ADDA-1AE5F37082ED}" type="sibTrans" cxnId="{DA25B4CB-ECAF-4C18-A539-A93629FFF101}">
      <dgm:prSet/>
      <dgm:spPr/>
      <dgm:t>
        <a:bodyPr/>
        <a:lstStyle/>
        <a:p>
          <a:endParaRPr lang="en-US"/>
        </a:p>
      </dgm:t>
    </dgm:pt>
    <dgm:pt modelId="{AC212B74-FA65-4A71-B2FA-682B847DDAD0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Patience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Allowing time for questions and learning</a:t>
          </a:r>
        </a:p>
      </dgm:t>
    </dgm:pt>
    <dgm:pt modelId="{45D29037-6595-45E9-B98A-25A38C36ACF1}" type="parTrans" cxnId="{5E07A93E-1A22-4713-8BE4-6DE410DF890A}">
      <dgm:prSet/>
      <dgm:spPr/>
      <dgm:t>
        <a:bodyPr/>
        <a:lstStyle/>
        <a:p>
          <a:endParaRPr lang="en-US"/>
        </a:p>
      </dgm:t>
    </dgm:pt>
    <dgm:pt modelId="{5B6291E1-21BE-4310-A175-2273C9BAA7A5}" type="sibTrans" cxnId="{5E07A93E-1A22-4713-8BE4-6DE410DF890A}">
      <dgm:prSet/>
      <dgm:spPr/>
      <dgm:t>
        <a:bodyPr/>
        <a:lstStyle/>
        <a:p>
          <a:endParaRPr lang="en-US"/>
        </a:p>
      </dgm:t>
    </dgm:pt>
    <dgm:pt modelId="{150B9680-8319-43A2-8CAD-23F73EAFF6B0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Empathy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Recognizing research frustrations</a:t>
          </a:r>
        </a:p>
      </dgm:t>
    </dgm:pt>
    <dgm:pt modelId="{EBDD4634-356B-4A99-A10D-E7596B956F76}" type="parTrans" cxnId="{45AC5B00-6F56-45B3-B13D-90A7329CF16F}">
      <dgm:prSet/>
      <dgm:spPr/>
      <dgm:t>
        <a:bodyPr/>
        <a:lstStyle/>
        <a:p>
          <a:endParaRPr lang="en-US"/>
        </a:p>
      </dgm:t>
    </dgm:pt>
    <dgm:pt modelId="{565DB53D-7216-48BB-ADE9-127BC461E5C1}" type="sibTrans" cxnId="{45AC5B00-6F56-45B3-B13D-90A7329CF16F}">
      <dgm:prSet/>
      <dgm:spPr/>
      <dgm:t>
        <a:bodyPr/>
        <a:lstStyle/>
        <a:p>
          <a:endParaRPr lang="en-US"/>
        </a:p>
      </dgm:t>
    </dgm:pt>
    <dgm:pt modelId="{1FE070D1-365F-459B-8187-7015B9B5FEB1}">
      <dgm:prSet/>
      <dgm:spPr/>
      <dgm:t>
        <a:bodyPr/>
        <a:lstStyle/>
        <a:p>
          <a:r>
            <a:rPr lang="en-US" b="1" dirty="0">
              <a:latin typeface="Georgia" panose="02040502050405020303" pitchFamily="18" charset="0"/>
            </a:rPr>
            <a:t>Professionalism</a:t>
          </a:r>
          <a:r>
            <a:rPr lang="en-US" dirty="0">
              <a:latin typeface="Georgia" panose="02040502050405020303" pitchFamily="18" charset="0"/>
            </a:rPr>
            <a:t>: </a:t>
          </a:r>
        </a:p>
        <a:p>
          <a:r>
            <a:rPr lang="en-US" dirty="0">
              <a:latin typeface="Georgia" panose="02040502050405020303" pitchFamily="18" charset="0"/>
            </a:rPr>
            <a:t>Maintaining appropriate boundaries</a:t>
          </a:r>
        </a:p>
      </dgm:t>
    </dgm:pt>
    <dgm:pt modelId="{5EFFB6C5-A70E-44FE-82BB-54CCE8274797}" type="parTrans" cxnId="{95DF3074-81B6-442E-A189-AFB3892E9250}">
      <dgm:prSet/>
      <dgm:spPr/>
      <dgm:t>
        <a:bodyPr/>
        <a:lstStyle/>
        <a:p>
          <a:endParaRPr lang="en-US"/>
        </a:p>
      </dgm:t>
    </dgm:pt>
    <dgm:pt modelId="{DEF15D8D-B6E6-47E6-B763-591113BBC013}" type="sibTrans" cxnId="{95DF3074-81B6-442E-A189-AFB3892E9250}">
      <dgm:prSet/>
      <dgm:spPr/>
      <dgm:t>
        <a:bodyPr/>
        <a:lstStyle/>
        <a:p>
          <a:endParaRPr lang="en-US"/>
        </a:p>
      </dgm:t>
    </dgm:pt>
    <dgm:pt modelId="{6C65C7D2-F325-4B45-9C63-4B5C91122A2D}" type="pres">
      <dgm:prSet presAssocID="{2215588B-1C8C-4516-8AB3-D7A64906C831}" presName="root" presStyleCnt="0">
        <dgm:presLayoutVars>
          <dgm:dir/>
          <dgm:resizeHandles val="exact"/>
        </dgm:presLayoutVars>
      </dgm:prSet>
      <dgm:spPr/>
    </dgm:pt>
    <dgm:pt modelId="{EB98F945-09C5-48E3-AB35-D5E813EEB062}" type="pres">
      <dgm:prSet presAssocID="{97BD6C10-623D-4C14-9CCA-0B4301B6BEEA}" presName="compNode" presStyleCnt="0"/>
      <dgm:spPr/>
    </dgm:pt>
    <dgm:pt modelId="{CD9ECFDA-DED1-4900-BEEB-12D0FB5A7F9C}" type="pres">
      <dgm:prSet presAssocID="{97BD6C10-623D-4C14-9CCA-0B4301B6BEEA}" presName="bgRect" presStyleLbl="bgShp" presStyleIdx="0" presStyleCnt="5"/>
      <dgm:spPr/>
    </dgm:pt>
    <dgm:pt modelId="{19F6AF7F-09B4-471A-ACD8-39EAD8F70953}" type="pres">
      <dgm:prSet presAssocID="{97BD6C10-623D-4C14-9CCA-0B4301B6BE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F49AF49-8B8E-4F65-98F1-8955D3946271}" type="pres">
      <dgm:prSet presAssocID="{97BD6C10-623D-4C14-9CCA-0B4301B6BEEA}" presName="spaceRect" presStyleCnt="0"/>
      <dgm:spPr/>
    </dgm:pt>
    <dgm:pt modelId="{F732B2DE-4B2A-4061-BEA8-D97E430F562D}" type="pres">
      <dgm:prSet presAssocID="{97BD6C10-623D-4C14-9CCA-0B4301B6BEEA}" presName="parTx" presStyleLbl="revTx" presStyleIdx="0" presStyleCnt="5">
        <dgm:presLayoutVars>
          <dgm:chMax val="0"/>
          <dgm:chPref val="0"/>
        </dgm:presLayoutVars>
      </dgm:prSet>
      <dgm:spPr/>
    </dgm:pt>
    <dgm:pt modelId="{78107F1D-B164-4B61-9DDB-C68F9425AB8B}" type="pres">
      <dgm:prSet presAssocID="{8F8E8BCE-42DE-42CB-813C-D09A084DE7CC}" presName="sibTrans" presStyleCnt="0"/>
      <dgm:spPr/>
    </dgm:pt>
    <dgm:pt modelId="{5EB89D97-3FA8-4144-A988-5ED42EF9EB61}" type="pres">
      <dgm:prSet presAssocID="{46D6B1A0-3884-4926-8A0A-D8D127D76C27}" presName="compNode" presStyleCnt="0"/>
      <dgm:spPr/>
    </dgm:pt>
    <dgm:pt modelId="{B88D5D7F-E95A-415E-9C0F-3343E354B008}" type="pres">
      <dgm:prSet presAssocID="{46D6B1A0-3884-4926-8A0A-D8D127D76C27}" presName="bgRect" presStyleLbl="bgShp" presStyleIdx="1" presStyleCnt="5"/>
      <dgm:spPr/>
    </dgm:pt>
    <dgm:pt modelId="{6D6CFE16-DD8B-498F-B29A-E987A297069E}" type="pres">
      <dgm:prSet presAssocID="{46D6B1A0-3884-4926-8A0A-D8D127D76C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2F7E744-B572-4B25-9CF8-C4DF031D4FE1}" type="pres">
      <dgm:prSet presAssocID="{46D6B1A0-3884-4926-8A0A-D8D127D76C27}" presName="spaceRect" presStyleCnt="0"/>
      <dgm:spPr/>
    </dgm:pt>
    <dgm:pt modelId="{50949C10-55A3-4599-9373-B7800FBEDC5B}" type="pres">
      <dgm:prSet presAssocID="{46D6B1A0-3884-4926-8A0A-D8D127D76C27}" presName="parTx" presStyleLbl="revTx" presStyleIdx="1" presStyleCnt="5">
        <dgm:presLayoutVars>
          <dgm:chMax val="0"/>
          <dgm:chPref val="0"/>
        </dgm:presLayoutVars>
      </dgm:prSet>
      <dgm:spPr/>
    </dgm:pt>
    <dgm:pt modelId="{A9D62857-CAC2-4183-8EA4-A7B9189778D2}" type="pres">
      <dgm:prSet presAssocID="{27B1DB13-ADF8-4786-ADDA-1AE5F37082ED}" presName="sibTrans" presStyleCnt="0"/>
      <dgm:spPr/>
    </dgm:pt>
    <dgm:pt modelId="{7AE7B13A-DC2D-4CE9-92BC-65723FE90C46}" type="pres">
      <dgm:prSet presAssocID="{AC212B74-FA65-4A71-B2FA-682B847DDAD0}" presName="compNode" presStyleCnt="0"/>
      <dgm:spPr/>
    </dgm:pt>
    <dgm:pt modelId="{59F9A50F-9C5A-4EE3-B966-1A4973C92611}" type="pres">
      <dgm:prSet presAssocID="{AC212B74-FA65-4A71-B2FA-682B847DDAD0}" presName="bgRect" presStyleLbl="bgShp" presStyleIdx="2" presStyleCnt="5"/>
      <dgm:spPr/>
    </dgm:pt>
    <dgm:pt modelId="{77AF2B90-A3E6-4A9D-859B-78C01E7F1880}" type="pres">
      <dgm:prSet presAssocID="{AC212B74-FA65-4A71-B2FA-682B847DDAD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3D50907-A84C-4D17-A102-00DE3FEC3CC5}" type="pres">
      <dgm:prSet presAssocID="{AC212B74-FA65-4A71-B2FA-682B847DDAD0}" presName="spaceRect" presStyleCnt="0"/>
      <dgm:spPr/>
    </dgm:pt>
    <dgm:pt modelId="{2221D719-4392-471C-BA77-3B49C7338B63}" type="pres">
      <dgm:prSet presAssocID="{AC212B74-FA65-4A71-B2FA-682B847DDAD0}" presName="parTx" presStyleLbl="revTx" presStyleIdx="2" presStyleCnt="5">
        <dgm:presLayoutVars>
          <dgm:chMax val="0"/>
          <dgm:chPref val="0"/>
        </dgm:presLayoutVars>
      </dgm:prSet>
      <dgm:spPr/>
    </dgm:pt>
    <dgm:pt modelId="{3CC09B33-DE2E-456D-A9D8-D2F65DF87059}" type="pres">
      <dgm:prSet presAssocID="{5B6291E1-21BE-4310-A175-2273C9BAA7A5}" presName="sibTrans" presStyleCnt="0"/>
      <dgm:spPr/>
    </dgm:pt>
    <dgm:pt modelId="{077D5F07-200A-40EA-8C7C-86DDA83BB33E}" type="pres">
      <dgm:prSet presAssocID="{150B9680-8319-43A2-8CAD-23F73EAFF6B0}" presName="compNode" presStyleCnt="0"/>
      <dgm:spPr/>
    </dgm:pt>
    <dgm:pt modelId="{1398A322-EFFC-4E81-B058-AE036E38141F}" type="pres">
      <dgm:prSet presAssocID="{150B9680-8319-43A2-8CAD-23F73EAFF6B0}" presName="bgRect" presStyleLbl="bgShp" presStyleIdx="3" presStyleCnt="5"/>
      <dgm:spPr/>
    </dgm:pt>
    <dgm:pt modelId="{595039CF-FFDF-4FA0-8A2A-AB5340F3E1A7}" type="pres">
      <dgm:prSet presAssocID="{150B9680-8319-43A2-8CAD-23F73EAFF6B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71471AD-1A7F-4864-9EA1-B3B567826261}" type="pres">
      <dgm:prSet presAssocID="{150B9680-8319-43A2-8CAD-23F73EAFF6B0}" presName="spaceRect" presStyleCnt="0"/>
      <dgm:spPr/>
    </dgm:pt>
    <dgm:pt modelId="{F88AF576-5849-4E5A-9311-1B73E91927AD}" type="pres">
      <dgm:prSet presAssocID="{150B9680-8319-43A2-8CAD-23F73EAFF6B0}" presName="parTx" presStyleLbl="revTx" presStyleIdx="3" presStyleCnt="5">
        <dgm:presLayoutVars>
          <dgm:chMax val="0"/>
          <dgm:chPref val="0"/>
        </dgm:presLayoutVars>
      </dgm:prSet>
      <dgm:spPr/>
    </dgm:pt>
    <dgm:pt modelId="{93DB804D-01DA-4BA9-BF46-602B7386E762}" type="pres">
      <dgm:prSet presAssocID="{565DB53D-7216-48BB-ADE9-127BC461E5C1}" presName="sibTrans" presStyleCnt="0"/>
      <dgm:spPr/>
    </dgm:pt>
    <dgm:pt modelId="{22AC604D-F06F-4416-BF1A-30AE81E9CCE1}" type="pres">
      <dgm:prSet presAssocID="{1FE070D1-365F-459B-8187-7015B9B5FEB1}" presName="compNode" presStyleCnt="0"/>
      <dgm:spPr/>
    </dgm:pt>
    <dgm:pt modelId="{9DFBDCAD-1912-4307-A830-00A4937CB5A6}" type="pres">
      <dgm:prSet presAssocID="{1FE070D1-365F-459B-8187-7015B9B5FEB1}" presName="bgRect" presStyleLbl="bgShp" presStyleIdx="4" presStyleCnt="5"/>
      <dgm:spPr/>
    </dgm:pt>
    <dgm:pt modelId="{F5438D33-33A2-4A19-8BF7-0C8BF9C1B00C}" type="pres">
      <dgm:prSet presAssocID="{1FE070D1-365F-459B-8187-7015B9B5FEB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0E6C14C-3579-48AD-A673-B3B1E75CD5D9}" type="pres">
      <dgm:prSet presAssocID="{1FE070D1-365F-459B-8187-7015B9B5FEB1}" presName="spaceRect" presStyleCnt="0"/>
      <dgm:spPr/>
    </dgm:pt>
    <dgm:pt modelId="{69DB3A30-7F4B-400A-848F-E0CB784CB868}" type="pres">
      <dgm:prSet presAssocID="{1FE070D1-365F-459B-8187-7015B9B5FEB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5AC5B00-6F56-45B3-B13D-90A7329CF16F}" srcId="{2215588B-1C8C-4516-8AB3-D7A64906C831}" destId="{150B9680-8319-43A2-8CAD-23F73EAFF6B0}" srcOrd="3" destOrd="0" parTransId="{EBDD4634-356B-4A99-A10D-E7596B956F76}" sibTransId="{565DB53D-7216-48BB-ADE9-127BC461E5C1}"/>
    <dgm:cxn modelId="{AAAA4E3C-4842-4AC5-BE83-96614DC25F7D}" type="presOf" srcId="{97BD6C10-623D-4C14-9CCA-0B4301B6BEEA}" destId="{F732B2DE-4B2A-4061-BEA8-D97E430F562D}" srcOrd="0" destOrd="0" presId="urn:microsoft.com/office/officeart/2018/2/layout/IconVerticalSolidList"/>
    <dgm:cxn modelId="{5E07A93E-1A22-4713-8BE4-6DE410DF890A}" srcId="{2215588B-1C8C-4516-8AB3-D7A64906C831}" destId="{AC212B74-FA65-4A71-B2FA-682B847DDAD0}" srcOrd="2" destOrd="0" parTransId="{45D29037-6595-45E9-B98A-25A38C36ACF1}" sibTransId="{5B6291E1-21BE-4310-A175-2273C9BAA7A5}"/>
    <dgm:cxn modelId="{63943D47-EBDB-48E6-AB06-30A46D3FC891}" type="presOf" srcId="{1FE070D1-365F-459B-8187-7015B9B5FEB1}" destId="{69DB3A30-7F4B-400A-848F-E0CB784CB868}" srcOrd="0" destOrd="0" presId="urn:microsoft.com/office/officeart/2018/2/layout/IconVerticalSolidList"/>
    <dgm:cxn modelId="{95DF3074-81B6-442E-A189-AFB3892E9250}" srcId="{2215588B-1C8C-4516-8AB3-D7A64906C831}" destId="{1FE070D1-365F-459B-8187-7015B9B5FEB1}" srcOrd="4" destOrd="0" parTransId="{5EFFB6C5-A70E-44FE-82BB-54CCE8274797}" sibTransId="{DEF15D8D-B6E6-47E6-B763-591113BBC013}"/>
    <dgm:cxn modelId="{2094A57E-BF40-4515-8D0E-AED9F160FD55}" type="presOf" srcId="{2215588B-1C8C-4516-8AB3-D7A64906C831}" destId="{6C65C7D2-F325-4B45-9C63-4B5C91122A2D}" srcOrd="0" destOrd="0" presId="urn:microsoft.com/office/officeart/2018/2/layout/IconVerticalSolidList"/>
    <dgm:cxn modelId="{EE6E908C-AD21-471C-8FEF-886658C8809B}" type="presOf" srcId="{150B9680-8319-43A2-8CAD-23F73EAFF6B0}" destId="{F88AF576-5849-4E5A-9311-1B73E91927AD}" srcOrd="0" destOrd="0" presId="urn:microsoft.com/office/officeart/2018/2/layout/IconVerticalSolidList"/>
    <dgm:cxn modelId="{4FE12BB3-B2B8-4A05-A0F3-4450E282CB36}" type="presOf" srcId="{AC212B74-FA65-4A71-B2FA-682B847DDAD0}" destId="{2221D719-4392-471C-BA77-3B49C7338B63}" srcOrd="0" destOrd="0" presId="urn:microsoft.com/office/officeart/2018/2/layout/IconVerticalSolidList"/>
    <dgm:cxn modelId="{84BA3DB7-3B6F-49CD-85BA-A345228BAB98}" srcId="{2215588B-1C8C-4516-8AB3-D7A64906C831}" destId="{97BD6C10-623D-4C14-9CCA-0B4301B6BEEA}" srcOrd="0" destOrd="0" parTransId="{60DB2A29-9716-4390-AE48-BFA58785A57D}" sibTransId="{8F8E8BCE-42DE-42CB-813C-D09A084DE7CC}"/>
    <dgm:cxn modelId="{DA25B4CB-ECAF-4C18-A539-A93629FFF101}" srcId="{2215588B-1C8C-4516-8AB3-D7A64906C831}" destId="{46D6B1A0-3884-4926-8A0A-D8D127D76C27}" srcOrd="1" destOrd="0" parTransId="{E27DF961-1728-4CD7-ACDD-C116DACCEB8D}" sibTransId="{27B1DB13-ADF8-4786-ADDA-1AE5F37082ED}"/>
    <dgm:cxn modelId="{CC44FCE1-3FA4-4365-A482-10BFF8E6F1B5}" type="presOf" srcId="{46D6B1A0-3884-4926-8A0A-D8D127D76C27}" destId="{50949C10-55A3-4599-9373-B7800FBEDC5B}" srcOrd="0" destOrd="0" presId="urn:microsoft.com/office/officeart/2018/2/layout/IconVerticalSolidList"/>
    <dgm:cxn modelId="{14056450-EA23-49C2-BA1F-1126E5161848}" type="presParOf" srcId="{6C65C7D2-F325-4B45-9C63-4B5C91122A2D}" destId="{EB98F945-09C5-48E3-AB35-D5E813EEB062}" srcOrd="0" destOrd="0" presId="urn:microsoft.com/office/officeart/2018/2/layout/IconVerticalSolidList"/>
    <dgm:cxn modelId="{D59D4D7D-8A17-48F6-8EB1-4582DC30B715}" type="presParOf" srcId="{EB98F945-09C5-48E3-AB35-D5E813EEB062}" destId="{CD9ECFDA-DED1-4900-BEEB-12D0FB5A7F9C}" srcOrd="0" destOrd="0" presId="urn:microsoft.com/office/officeart/2018/2/layout/IconVerticalSolidList"/>
    <dgm:cxn modelId="{63C46A42-83AA-4079-AA2C-1FE7F5652A53}" type="presParOf" srcId="{EB98F945-09C5-48E3-AB35-D5E813EEB062}" destId="{19F6AF7F-09B4-471A-ACD8-39EAD8F70953}" srcOrd="1" destOrd="0" presId="urn:microsoft.com/office/officeart/2018/2/layout/IconVerticalSolidList"/>
    <dgm:cxn modelId="{E3ADFC83-9686-4D48-8618-EA91FB38354D}" type="presParOf" srcId="{EB98F945-09C5-48E3-AB35-D5E813EEB062}" destId="{6F49AF49-8B8E-4F65-98F1-8955D3946271}" srcOrd="2" destOrd="0" presId="urn:microsoft.com/office/officeart/2018/2/layout/IconVerticalSolidList"/>
    <dgm:cxn modelId="{020EC14C-8DF1-4B20-9841-B2A9C7EFD2FE}" type="presParOf" srcId="{EB98F945-09C5-48E3-AB35-D5E813EEB062}" destId="{F732B2DE-4B2A-4061-BEA8-D97E430F562D}" srcOrd="3" destOrd="0" presId="urn:microsoft.com/office/officeart/2018/2/layout/IconVerticalSolidList"/>
    <dgm:cxn modelId="{179D8C59-5013-45F5-82C1-2E1FC3B19007}" type="presParOf" srcId="{6C65C7D2-F325-4B45-9C63-4B5C91122A2D}" destId="{78107F1D-B164-4B61-9DDB-C68F9425AB8B}" srcOrd="1" destOrd="0" presId="urn:microsoft.com/office/officeart/2018/2/layout/IconVerticalSolidList"/>
    <dgm:cxn modelId="{18A5E071-C9E4-47BC-99F3-8A3C9B5D7902}" type="presParOf" srcId="{6C65C7D2-F325-4B45-9C63-4B5C91122A2D}" destId="{5EB89D97-3FA8-4144-A988-5ED42EF9EB61}" srcOrd="2" destOrd="0" presId="urn:microsoft.com/office/officeart/2018/2/layout/IconVerticalSolidList"/>
    <dgm:cxn modelId="{5A1C803F-9C15-45EF-BC92-67DC8B7F9CF4}" type="presParOf" srcId="{5EB89D97-3FA8-4144-A988-5ED42EF9EB61}" destId="{B88D5D7F-E95A-415E-9C0F-3343E354B008}" srcOrd="0" destOrd="0" presId="urn:microsoft.com/office/officeart/2018/2/layout/IconVerticalSolidList"/>
    <dgm:cxn modelId="{C109D36A-7706-40A0-B6C1-BE43748F8A47}" type="presParOf" srcId="{5EB89D97-3FA8-4144-A988-5ED42EF9EB61}" destId="{6D6CFE16-DD8B-498F-B29A-E987A297069E}" srcOrd="1" destOrd="0" presId="urn:microsoft.com/office/officeart/2018/2/layout/IconVerticalSolidList"/>
    <dgm:cxn modelId="{D0C1BE6D-65BD-437B-9EB4-CCFDC02EC73F}" type="presParOf" srcId="{5EB89D97-3FA8-4144-A988-5ED42EF9EB61}" destId="{32F7E744-B572-4B25-9CF8-C4DF031D4FE1}" srcOrd="2" destOrd="0" presId="urn:microsoft.com/office/officeart/2018/2/layout/IconVerticalSolidList"/>
    <dgm:cxn modelId="{3B17931D-A292-4C00-9D51-B38023CD4CF2}" type="presParOf" srcId="{5EB89D97-3FA8-4144-A988-5ED42EF9EB61}" destId="{50949C10-55A3-4599-9373-B7800FBEDC5B}" srcOrd="3" destOrd="0" presId="urn:microsoft.com/office/officeart/2018/2/layout/IconVerticalSolidList"/>
    <dgm:cxn modelId="{008C0E6A-5127-4CEA-9517-646A100D6F72}" type="presParOf" srcId="{6C65C7D2-F325-4B45-9C63-4B5C91122A2D}" destId="{A9D62857-CAC2-4183-8EA4-A7B9189778D2}" srcOrd="3" destOrd="0" presId="urn:microsoft.com/office/officeart/2018/2/layout/IconVerticalSolidList"/>
    <dgm:cxn modelId="{5D50EEDA-48FC-40A3-8B18-4539FE09A46C}" type="presParOf" srcId="{6C65C7D2-F325-4B45-9C63-4B5C91122A2D}" destId="{7AE7B13A-DC2D-4CE9-92BC-65723FE90C46}" srcOrd="4" destOrd="0" presId="urn:microsoft.com/office/officeart/2018/2/layout/IconVerticalSolidList"/>
    <dgm:cxn modelId="{62CEBF0D-40FB-45EE-954E-0DA251097823}" type="presParOf" srcId="{7AE7B13A-DC2D-4CE9-92BC-65723FE90C46}" destId="{59F9A50F-9C5A-4EE3-B966-1A4973C92611}" srcOrd="0" destOrd="0" presId="urn:microsoft.com/office/officeart/2018/2/layout/IconVerticalSolidList"/>
    <dgm:cxn modelId="{D835EFB6-F8A3-4DF9-8465-1332FF42C01F}" type="presParOf" srcId="{7AE7B13A-DC2D-4CE9-92BC-65723FE90C46}" destId="{77AF2B90-A3E6-4A9D-859B-78C01E7F1880}" srcOrd="1" destOrd="0" presId="urn:microsoft.com/office/officeart/2018/2/layout/IconVerticalSolidList"/>
    <dgm:cxn modelId="{EE654685-30ED-4650-BD8D-B7941C571549}" type="presParOf" srcId="{7AE7B13A-DC2D-4CE9-92BC-65723FE90C46}" destId="{43D50907-A84C-4D17-A102-00DE3FEC3CC5}" srcOrd="2" destOrd="0" presId="urn:microsoft.com/office/officeart/2018/2/layout/IconVerticalSolidList"/>
    <dgm:cxn modelId="{A7DF5BB2-DCC6-41D8-BB48-BAA6B13B6DFD}" type="presParOf" srcId="{7AE7B13A-DC2D-4CE9-92BC-65723FE90C46}" destId="{2221D719-4392-471C-BA77-3B49C7338B63}" srcOrd="3" destOrd="0" presId="urn:microsoft.com/office/officeart/2018/2/layout/IconVerticalSolidList"/>
    <dgm:cxn modelId="{6B76CA9D-0E55-464E-AB2B-82C6350E5413}" type="presParOf" srcId="{6C65C7D2-F325-4B45-9C63-4B5C91122A2D}" destId="{3CC09B33-DE2E-456D-A9D8-D2F65DF87059}" srcOrd="5" destOrd="0" presId="urn:microsoft.com/office/officeart/2018/2/layout/IconVerticalSolidList"/>
    <dgm:cxn modelId="{001B5FB7-516A-4BFA-BB27-742833A105D1}" type="presParOf" srcId="{6C65C7D2-F325-4B45-9C63-4B5C91122A2D}" destId="{077D5F07-200A-40EA-8C7C-86DDA83BB33E}" srcOrd="6" destOrd="0" presId="urn:microsoft.com/office/officeart/2018/2/layout/IconVerticalSolidList"/>
    <dgm:cxn modelId="{6592B321-1EAE-4FD3-BE47-705D8DBB1C3D}" type="presParOf" srcId="{077D5F07-200A-40EA-8C7C-86DDA83BB33E}" destId="{1398A322-EFFC-4E81-B058-AE036E38141F}" srcOrd="0" destOrd="0" presId="urn:microsoft.com/office/officeart/2018/2/layout/IconVerticalSolidList"/>
    <dgm:cxn modelId="{92A748E7-534D-4CCC-A05A-BAB28374B767}" type="presParOf" srcId="{077D5F07-200A-40EA-8C7C-86DDA83BB33E}" destId="{595039CF-FFDF-4FA0-8A2A-AB5340F3E1A7}" srcOrd="1" destOrd="0" presId="urn:microsoft.com/office/officeart/2018/2/layout/IconVerticalSolidList"/>
    <dgm:cxn modelId="{D9B4B835-0DFC-4340-B8E6-D40DD8C54DEE}" type="presParOf" srcId="{077D5F07-200A-40EA-8C7C-86DDA83BB33E}" destId="{571471AD-1A7F-4864-9EA1-B3B567826261}" srcOrd="2" destOrd="0" presId="urn:microsoft.com/office/officeart/2018/2/layout/IconVerticalSolidList"/>
    <dgm:cxn modelId="{3A919B8C-AC05-458F-9230-8C65019B3F5A}" type="presParOf" srcId="{077D5F07-200A-40EA-8C7C-86DDA83BB33E}" destId="{F88AF576-5849-4E5A-9311-1B73E91927AD}" srcOrd="3" destOrd="0" presId="urn:microsoft.com/office/officeart/2018/2/layout/IconVerticalSolidList"/>
    <dgm:cxn modelId="{65DBE1E8-5DC3-4B09-9F35-598F2FCDA6E2}" type="presParOf" srcId="{6C65C7D2-F325-4B45-9C63-4B5C91122A2D}" destId="{93DB804D-01DA-4BA9-BF46-602B7386E762}" srcOrd="7" destOrd="0" presId="urn:microsoft.com/office/officeart/2018/2/layout/IconVerticalSolidList"/>
    <dgm:cxn modelId="{1AC94920-6905-4AE4-BE54-7BE9CE4AC201}" type="presParOf" srcId="{6C65C7D2-F325-4B45-9C63-4B5C91122A2D}" destId="{22AC604D-F06F-4416-BF1A-30AE81E9CCE1}" srcOrd="8" destOrd="0" presId="urn:microsoft.com/office/officeart/2018/2/layout/IconVerticalSolidList"/>
    <dgm:cxn modelId="{4A5FED4B-0D2E-4679-AB2A-D60E94258FED}" type="presParOf" srcId="{22AC604D-F06F-4416-BF1A-30AE81E9CCE1}" destId="{9DFBDCAD-1912-4307-A830-00A4937CB5A6}" srcOrd="0" destOrd="0" presId="urn:microsoft.com/office/officeart/2018/2/layout/IconVerticalSolidList"/>
    <dgm:cxn modelId="{6FC0A970-07B5-4209-9747-5DFC125C34B5}" type="presParOf" srcId="{22AC604D-F06F-4416-BF1A-30AE81E9CCE1}" destId="{F5438D33-33A2-4A19-8BF7-0C8BF9C1B00C}" srcOrd="1" destOrd="0" presId="urn:microsoft.com/office/officeart/2018/2/layout/IconVerticalSolidList"/>
    <dgm:cxn modelId="{D5ACC4BF-B894-44AD-A36A-1D906886CED5}" type="presParOf" srcId="{22AC604D-F06F-4416-BF1A-30AE81E9CCE1}" destId="{90E6C14C-3579-48AD-A673-B3B1E75CD5D9}" srcOrd="2" destOrd="0" presId="urn:microsoft.com/office/officeart/2018/2/layout/IconVerticalSolidList"/>
    <dgm:cxn modelId="{39EEC3AA-B450-41A7-B56A-1B8657F5AB08}" type="presParOf" srcId="{22AC604D-F06F-4416-BF1A-30AE81E9CCE1}" destId="{69DB3A30-7F4B-400A-848F-E0CB784CB8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2537E08-40B7-4397-A44A-D152BDF125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89AAC7-D1BE-48F1-BA7D-71EB31CC4C81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Unrealistic Demands</a:t>
          </a:r>
          <a:r>
            <a:rPr lang="en-US" sz="1400" dirty="0"/>
            <a:t>:</a:t>
          </a:r>
        </a:p>
        <a:p>
          <a:pPr>
            <a:defRPr cap="all"/>
          </a:pPr>
          <a:r>
            <a:rPr lang="en-US" sz="1400" dirty="0"/>
            <a:t> Wanting immediate access to restricted materials</a:t>
          </a:r>
        </a:p>
      </dgm:t>
    </dgm:pt>
    <dgm:pt modelId="{80C5935A-0EDC-4164-87DE-0CC7FDBFA883}" type="parTrans" cxnId="{8C178B8C-2E3B-4054-97D4-F68854D3A228}">
      <dgm:prSet/>
      <dgm:spPr/>
      <dgm:t>
        <a:bodyPr/>
        <a:lstStyle/>
        <a:p>
          <a:endParaRPr lang="en-US"/>
        </a:p>
      </dgm:t>
    </dgm:pt>
    <dgm:pt modelId="{57686FF5-8179-4B55-AA20-2A45792C0780}" type="sibTrans" cxnId="{8C178B8C-2E3B-4054-97D4-F68854D3A228}">
      <dgm:prSet/>
      <dgm:spPr/>
      <dgm:t>
        <a:bodyPr/>
        <a:lstStyle/>
        <a:p>
          <a:endParaRPr lang="en-US"/>
        </a:p>
      </dgm:t>
    </dgm:pt>
    <dgm:pt modelId="{76520C46-304A-4B46-B017-D7F1ED1597FD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Frustration with Technology</a:t>
          </a:r>
          <a:r>
            <a:rPr lang="en-US" sz="1400" dirty="0"/>
            <a:t>:</a:t>
          </a:r>
        </a:p>
        <a:p>
          <a:pPr>
            <a:defRPr cap="all"/>
          </a:pPr>
          <a:r>
            <a:rPr lang="en-US" sz="1400" dirty="0"/>
            <a:t> Difficulty using digital systems</a:t>
          </a:r>
        </a:p>
      </dgm:t>
    </dgm:pt>
    <dgm:pt modelId="{ADF80E97-6539-4155-AD2A-23487D154F6B}" type="parTrans" cxnId="{3ACD7A11-93F7-47F9-8CCF-2C7583A2668F}">
      <dgm:prSet/>
      <dgm:spPr/>
      <dgm:t>
        <a:bodyPr/>
        <a:lstStyle/>
        <a:p>
          <a:endParaRPr lang="en-US"/>
        </a:p>
      </dgm:t>
    </dgm:pt>
    <dgm:pt modelId="{B0F1B3F0-B55F-462D-B5F0-A88B7A40A5FE}" type="sibTrans" cxnId="{3ACD7A11-93F7-47F9-8CCF-2C7583A2668F}">
      <dgm:prSet/>
      <dgm:spPr/>
      <dgm:t>
        <a:bodyPr/>
        <a:lstStyle/>
        <a:p>
          <a:endParaRPr lang="en-US"/>
        </a:p>
      </dgm:t>
    </dgm:pt>
    <dgm:pt modelId="{855F19DB-9991-49C2-8BD6-8AD31CB09C2E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Disagreement with Policies</a:t>
          </a:r>
          <a:r>
            <a:rPr lang="en-US" sz="1400" dirty="0"/>
            <a:t>: </a:t>
          </a:r>
        </a:p>
        <a:p>
          <a:pPr>
            <a:defRPr cap="all"/>
          </a:pPr>
          <a:r>
            <a:rPr lang="en-US" sz="1400" dirty="0"/>
            <a:t>Questioning access or reproduction rules</a:t>
          </a:r>
        </a:p>
      </dgm:t>
    </dgm:pt>
    <dgm:pt modelId="{D8B68B91-BAA2-492A-84F5-D83C2B16CF8A}" type="parTrans" cxnId="{887D1B31-883A-4BDF-A18A-51E1D74C9EA7}">
      <dgm:prSet/>
      <dgm:spPr/>
      <dgm:t>
        <a:bodyPr/>
        <a:lstStyle/>
        <a:p>
          <a:endParaRPr lang="en-US"/>
        </a:p>
      </dgm:t>
    </dgm:pt>
    <dgm:pt modelId="{008658D8-C7AA-489C-8977-4F23D3872CAB}" type="sibTrans" cxnId="{887D1B31-883A-4BDF-A18A-51E1D74C9EA7}">
      <dgm:prSet/>
      <dgm:spPr/>
      <dgm:t>
        <a:bodyPr/>
        <a:lstStyle/>
        <a:p>
          <a:endParaRPr lang="en-US"/>
        </a:p>
      </dgm:t>
    </dgm:pt>
    <dgm:pt modelId="{AB571D09-C899-4883-8C80-FA26486FC818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Time Pressure</a:t>
          </a:r>
          <a:r>
            <a:rPr lang="en-US" sz="1400" dirty="0"/>
            <a:t>: </a:t>
          </a:r>
        </a:p>
        <a:p>
          <a:pPr>
            <a:defRPr cap="all"/>
          </a:pPr>
          <a:r>
            <a:rPr lang="en-US" sz="1400" dirty="0"/>
            <a:t>Rushed research timelines</a:t>
          </a:r>
        </a:p>
      </dgm:t>
    </dgm:pt>
    <dgm:pt modelId="{B3C626C3-8FE1-4610-B3FA-937B798F455D}" type="parTrans" cxnId="{7FB64A26-AF5A-4A58-A048-6851720EEC57}">
      <dgm:prSet/>
      <dgm:spPr/>
      <dgm:t>
        <a:bodyPr/>
        <a:lstStyle/>
        <a:p>
          <a:endParaRPr lang="en-US"/>
        </a:p>
      </dgm:t>
    </dgm:pt>
    <dgm:pt modelId="{9A9E1CC7-9220-4B59-A3E3-1CA98BEED027}" type="sibTrans" cxnId="{7FB64A26-AF5A-4A58-A048-6851720EEC57}">
      <dgm:prSet/>
      <dgm:spPr/>
      <dgm:t>
        <a:bodyPr/>
        <a:lstStyle/>
        <a:p>
          <a:endParaRPr lang="en-US"/>
        </a:p>
      </dgm:t>
    </dgm:pt>
    <dgm:pt modelId="{9D527C66-3F4E-4A67-9942-CE8525F70C64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Emotional Responses</a:t>
          </a:r>
          <a:r>
            <a:rPr lang="en-US" sz="1400" dirty="0"/>
            <a:t>:</a:t>
          </a:r>
        </a:p>
        <a:p>
          <a:pPr>
            <a:defRPr cap="all"/>
          </a:pPr>
          <a:r>
            <a:rPr lang="en-US" sz="1400" dirty="0"/>
            <a:t> Strong reactions to historical materials</a:t>
          </a:r>
        </a:p>
      </dgm:t>
    </dgm:pt>
    <dgm:pt modelId="{6E4CDD29-2EFD-4999-BBA3-F83F9BDFAB41}" type="parTrans" cxnId="{CFAEE4FA-B0C0-452E-873C-FF8552DA0D50}">
      <dgm:prSet/>
      <dgm:spPr/>
      <dgm:t>
        <a:bodyPr/>
        <a:lstStyle/>
        <a:p>
          <a:endParaRPr lang="en-US"/>
        </a:p>
      </dgm:t>
    </dgm:pt>
    <dgm:pt modelId="{63826628-D480-4338-B555-00B99663124B}" type="sibTrans" cxnId="{CFAEE4FA-B0C0-452E-873C-FF8552DA0D50}">
      <dgm:prSet/>
      <dgm:spPr/>
      <dgm:t>
        <a:bodyPr/>
        <a:lstStyle/>
        <a:p>
          <a:endParaRPr lang="en-US"/>
        </a:p>
      </dgm:t>
    </dgm:pt>
    <dgm:pt modelId="{300785CF-54B9-4D8B-899F-2505BB8C9069}" type="pres">
      <dgm:prSet presAssocID="{D2537E08-40B7-4397-A44A-D152BDF12593}" presName="root" presStyleCnt="0">
        <dgm:presLayoutVars>
          <dgm:dir/>
          <dgm:resizeHandles val="exact"/>
        </dgm:presLayoutVars>
      </dgm:prSet>
      <dgm:spPr/>
    </dgm:pt>
    <dgm:pt modelId="{511F9C56-41F9-4279-913B-A2CA0D296D51}" type="pres">
      <dgm:prSet presAssocID="{5089AAC7-D1BE-48F1-BA7D-71EB31CC4C81}" presName="compNode" presStyleCnt="0"/>
      <dgm:spPr/>
    </dgm:pt>
    <dgm:pt modelId="{1E367AF6-AFAA-4BD7-8283-87B67311BD0E}" type="pres">
      <dgm:prSet presAssocID="{5089AAC7-D1BE-48F1-BA7D-71EB31CC4C81}" presName="iconBgRect" presStyleLbl="bgShp" presStyleIdx="0" presStyleCnt="5"/>
      <dgm:spPr/>
    </dgm:pt>
    <dgm:pt modelId="{ED488F42-5FB1-4B26-81E5-AB8A602958EA}" type="pres">
      <dgm:prSet presAssocID="{5089AAC7-D1BE-48F1-BA7D-71EB31CC4C8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8FDB71BE-9EB7-4807-B6A1-27D173A98215}" type="pres">
      <dgm:prSet presAssocID="{5089AAC7-D1BE-48F1-BA7D-71EB31CC4C81}" presName="spaceRect" presStyleCnt="0"/>
      <dgm:spPr/>
    </dgm:pt>
    <dgm:pt modelId="{DAEAF237-6BAC-4664-9A16-CA2686AE7E4B}" type="pres">
      <dgm:prSet presAssocID="{5089AAC7-D1BE-48F1-BA7D-71EB31CC4C81}" presName="textRect" presStyleLbl="revTx" presStyleIdx="0" presStyleCnt="5">
        <dgm:presLayoutVars>
          <dgm:chMax val="1"/>
          <dgm:chPref val="1"/>
        </dgm:presLayoutVars>
      </dgm:prSet>
      <dgm:spPr/>
    </dgm:pt>
    <dgm:pt modelId="{C727EBD1-D695-475D-9C3A-539FCA3E50AE}" type="pres">
      <dgm:prSet presAssocID="{57686FF5-8179-4B55-AA20-2A45792C0780}" presName="sibTrans" presStyleCnt="0"/>
      <dgm:spPr/>
    </dgm:pt>
    <dgm:pt modelId="{0836ABE4-0600-41E9-BBA3-BF61A292C723}" type="pres">
      <dgm:prSet presAssocID="{76520C46-304A-4B46-B017-D7F1ED1597FD}" presName="compNode" presStyleCnt="0"/>
      <dgm:spPr/>
    </dgm:pt>
    <dgm:pt modelId="{CB75C7A1-3C1C-4BDF-A798-A446FF581E4D}" type="pres">
      <dgm:prSet presAssocID="{76520C46-304A-4B46-B017-D7F1ED1597FD}" presName="iconBgRect" presStyleLbl="bgShp" presStyleIdx="1" presStyleCnt="5"/>
      <dgm:spPr/>
    </dgm:pt>
    <dgm:pt modelId="{44C25B27-3DC4-4158-AE8A-4736902CE6BB}" type="pres">
      <dgm:prSet presAssocID="{76520C46-304A-4B46-B017-D7F1ED1597F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EC7A68C-D76F-4A3C-A270-A6D59CA3371B}" type="pres">
      <dgm:prSet presAssocID="{76520C46-304A-4B46-B017-D7F1ED1597FD}" presName="spaceRect" presStyleCnt="0"/>
      <dgm:spPr/>
    </dgm:pt>
    <dgm:pt modelId="{71B23840-7391-4EB4-BD32-357E7A0FC3D1}" type="pres">
      <dgm:prSet presAssocID="{76520C46-304A-4B46-B017-D7F1ED1597FD}" presName="textRect" presStyleLbl="revTx" presStyleIdx="1" presStyleCnt="5">
        <dgm:presLayoutVars>
          <dgm:chMax val="1"/>
          <dgm:chPref val="1"/>
        </dgm:presLayoutVars>
      </dgm:prSet>
      <dgm:spPr/>
    </dgm:pt>
    <dgm:pt modelId="{F140712C-A4B5-45E7-A3DB-8243EC263414}" type="pres">
      <dgm:prSet presAssocID="{B0F1B3F0-B55F-462D-B5F0-A88B7A40A5FE}" presName="sibTrans" presStyleCnt="0"/>
      <dgm:spPr/>
    </dgm:pt>
    <dgm:pt modelId="{293ACCE5-F439-4ED0-A983-BBC10AA92814}" type="pres">
      <dgm:prSet presAssocID="{855F19DB-9991-49C2-8BD6-8AD31CB09C2E}" presName="compNode" presStyleCnt="0"/>
      <dgm:spPr/>
    </dgm:pt>
    <dgm:pt modelId="{B2E974D3-FF8F-43EB-9535-A71EFB9B7171}" type="pres">
      <dgm:prSet presAssocID="{855F19DB-9991-49C2-8BD6-8AD31CB09C2E}" presName="iconBgRect" presStyleLbl="bgShp" presStyleIdx="2" presStyleCnt="5"/>
      <dgm:spPr/>
    </dgm:pt>
    <dgm:pt modelId="{92BCD319-8A76-42DC-B4B4-C57562080BEA}" type="pres">
      <dgm:prSet presAssocID="{855F19DB-9991-49C2-8BD6-8AD31CB09C2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303818E2-13DD-4F27-A656-53E1530C44DF}" type="pres">
      <dgm:prSet presAssocID="{855F19DB-9991-49C2-8BD6-8AD31CB09C2E}" presName="spaceRect" presStyleCnt="0"/>
      <dgm:spPr/>
    </dgm:pt>
    <dgm:pt modelId="{B3E9FFEA-AAD5-438D-9F82-E4205884F309}" type="pres">
      <dgm:prSet presAssocID="{855F19DB-9991-49C2-8BD6-8AD31CB09C2E}" presName="textRect" presStyleLbl="revTx" presStyleIdx="2" presStyleCnt="5">
        <dgm:presLayoutVars>
          <dgm:chMax val="1"/>
          <dgm:chPref val="1"/>
        </dgm:presLayoutVars>
      </dgm:prSet>
      <dgm:spPr/>
    </dgm:pt>
    <dgm:pt modelId="{03150670-9D1F-4745-ABB9-17F4D714700D}" type="pres">
      <dgm:prSet presAssocID="{008658D8-C7AA-489C-8977-4F23D3872CAB}" presName="sibTrans" presStyleCnt="0"/>
      <dgm:spPr/>
    </dgm:pt>
    <dgm:pt modelId="{3AE69F34-E9F1-44AF-B61A-64D638EACFEC}" type="pres">
      <dgm:prSet presAssocID="{AB571D09-C899-4883-8C80-FA26486FC818}" presName="compNode" presStyleCnt="0"/>
      <dgm:spPr/>
    </dgm:pt>
    <dgm:pt modelId="{2CC34FFC-B369-4D25-B6CF-047CD1FE3D27}" type="pres">
      <dgm:prSet presAssocID="{AB571D09-C899-4883-8C80-FA26486FC818}" presName="iconBgRect" presStyleLbl="bgShp" presStyleIdx="3" presStyleCnt="5"/>
      <dgm:spPr/>
    </dgm:pt>
    <dgm:pt modelId="{D3A6A941-5398-4160-A837-8C2CBEE04CF9}" type="pres">
      <dgm:prSet presAssocID="{AB571D09-C899-4883-8C80-FA26486FC81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689211D-C647-4348-867B-9152A2E06E16}" type="pres">
      <dgm:prSet presAssocID="{AB571D09-C899-4883-8C80-FA26486FC818}" presName="spaceRect" presStyleCnt="0"/>
      <dgm:spPr/>
    </dgm:pt>
    <dgm:pt modelId="{A4B28171-C3D0-4137-AF6A-5710FDAB279A}" type="pres">
      <dgm:prSet presAssocID="{AB571D09-C899-4883-8C80-FA26486FC818}" presName="textRect" presStyleLbl="revTx" presStyleIdx="3" presStyleCnt="5">
        <dgm:presLayoutVars>
          <dgm:chMax val="1"/>
          <dgm:chPref val="1"/>
        </dgm:presLayoutVars>
      </dgm:prSet>
      <dgm:spPr/>
    </dgm:pt>
    <dgm:pt modelId="{1234129F-3147-466A-86B8-FCA28A68C268}" type="pres">
      <dgm:prSet presAssocID="{9A9E1CC7-9220-4B59-A3E3-1CA98BEED027}" presName="sibTrans" presStyleCnt="0"/>
      <dgm:spPr/>
    </dgm:pt>
    <dgm:pt modelId="{53BEDB97-3698-46DA-ABCD-D69992F677A1}" type="pres">
      <dgm:prSet presAssocID="{9D527C66-3F4E-4A67-9942-CE8525F70C64}" presName="compNode" presStyleCnt="0"/>
      <dgm:spPr/>
    </dgm:pt>
    <dgm:pt modelId="{37A825D2-F1D1-44D0-905B-B9A46B6AD967}" type="pres">
      <dgm:prSet presAssocID="{9D527C66-3F4E-4A67-9942-CE8525F70C64}" presName="iconBgRect" presStyleLbl="bgShp" presStyleIdx="4" presStyleCnt="5"/>
      <dgm:spPr/>
    </dgm:pt>
    <dgm:pt modelId="{FA030DEF-11D6-4F52-B1C4-F663F7C73F5F}" type="pres">
      <dgm:prSet presAssocID="{9D527C66-3F4E-4A67-9942-CE8525F70C6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217CBEBF-FA4C-4AB7-A3A3-3D96880C7285}" type="pres">
      <dgm:prSet presAssocID="{9D527C66-3F4E-4A67-9942-CE8525F70C64}" presName="spaceRect" presStyleCnt="0"/>
      <dgm:spPr/>
    </dgm:pt>
    <dgm:pt modelId="{C2278F7B-B90F-4516-AB10-78E33297FA44}" type="pres">
      <dgm:prSet presAssocID="{9D527C66-3F4E-4A67-9942-CE8525F70C6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ACD7A11-93F7-47F9-8CCF-2C7583A2668F}" srcId="{D2537E08-40B7-4397-A44A-D152BDF12593}" destId="{76520C46-304A-4B46-B017-D7F1ED1597FD}" srcOrd="1" destOrd="0" parTransId="{ADF80E97-6539-4155-AD2A-23487D154F6B}" sibTransId="{B0F1B3F0-B55F-462D-B5F0-A88B7A40A5FE}"/>
    <dgm:cxn modelId="{480A9316-7044-4D16-A587-7B2B09FB4AA6}" type="presOf" srcId="{855F19DB-9991-49C2-8BD6-8AD31CB09C2E}" destId="{B3E9FFEA-AAD5-438D-9F82-E4205884F309}" srcOrd="0" destOrd="0" presId="urn:microsoft.com/office/officeart/2018/5/layout/IconCircleLabelList"/>
    <dgm:cxn modelId="{7FB64A26-AF5A-4A58-A048-6851720EEC57}" srcId="{D2537E08-40B7-4397-A44A-D152BDF12593}" destId="{AB571D09-C899-4883-8C80-FA26486FC818}" srcOrd="3" destOrd="0" parTransId="{B3C626C3-8FE1-4610-B3FA-937B798F455D}" sibTransId="{9A9E1CC7-9220-4B59-A3E3-1CA98BEED027}"/>
    <dgm:cxn modelId="{887D1B31-883A-4BDF-A18A-51E1D74C9EA7}" srcId="{D2537E08-40B7-4397-A44A-D152BDF12593}" destId="{855F19DB-9991-49C2-8BD6-8AD31CB09C2E}" srcOrd="2" destOrd="0" parTransId="{D8B68B91-BAA2-492A-84F5-D83C2B16CF8A}" sibTransId="{008658D8-C7AA-489C-8977-4F23D3872CAB}"/>
    <dgm:cxn modelId="{E8204262-82D5-40CD-97D3-D3847768F082}" type="presOf" srcId="{5089AAC7-D1BE-48F1-BA7D-71EB31CC4C81}" destId="{DAEAF237-6BAC-4664-9A16-CA2686AE7E4B}" srcOrd="0" destOrd="0" presId="urn:microsoft.com/office/officeart/2018/5/layout/IconCircleLabelList"/>
    <dgm:cxn modelId="{30F0E786-FBDA-41F2-A2F5-9A5602114E90}" type="presOf" srcId="{D2537E08-40B7-4397-A44A-D152BDF12593}" destId="{300785CF-54B9-4D8B-899F-2505BB8C9069}" srcOrd="0" destOrd="0" presId="urn:microsoft.com/office/officeart/2018/5/layout/IconCircleLabelList"/>
    <dgm:cxn modelId="{8C178B8C-2E3B-4054-97D4-F68854D3A228}" srcId="{D2537E08-40B7-4397-A44A-D152BDF12593}" destId="{5089AAC7-D1BE-48F1-BA7D-71EB31CC4C81}" srcOrd="0" destOrd="0" parTransId="{80C5935A-0EDC-4164-87DE-0CC7FDBFA883}" sibTransId="{57686FF5-8179-4B55-AA20-2A45792C0780}"/>
    <dgm:cxn modelId="{92C0D49E-4E5E-49DE-A13B-BBFD44417356}" type="presOf" srcId="{9D527C66-3F4E-4A67-9942-CE8525F70C64}" destId="{C2278F7B-B90F-4516-AB10-78E33297FA44}" srcOrd="0" destOrd="0" presId="urn:microsoft.com/office/officeart/2018/5/layout/IconCircleLabelList"/>
    <dgm:cxn modelId="{BE5DDE9F-9064-4A91-9DB2-5629CBD448AF}" type="presOf" srcId="{AB571D09-C899-4883-8C80-FA26486FC818}" destId="{A4B28171-C3D0-4137-AF6A-5710FDAB279A}" srcOrd="0" destOrd="0" presId="urn:microsoft.com/office/officeart/2018/5/layout/IconCircleLabelList"/>
    <dgm:cxn modelId="{7C2C5EBA-25AA-4580-A99F-4AAC8713624F}" type="presOf" srcId="{76520C46-304A-4B46-B017-D7F1ED1597FD}" destId="{71B23840-7391-4EB4-BD32-357E7A0FC3D1}" srcOrd="0" destOrd="0" presId="urn:microsoft.com/office/officeart/2018/5/layout/IconCircleLabelList"/>
    <dgm:cxn modelId="{CFAEE4FA-B0C0-452E-873C-FF8552DA0D50}" srcId="{D2537E08-40B7-4397-A44A-D152BDF12593}" destId="{9D527C66-3F4E-4A67-9942-CE8525F70C64}" srcOrd="4" destOrd="0" parTransId="{6E4CDD29-2EFD-4999-BBA3-F83F9BDFAB41}" sibTransId="{63826628-D480-4338-B555-00B99663124B}"/>
    <dgm:cxn modelId="{D64F2D6C-6BA2-4380-A176-B59EF835D1B8}" type="presParOf" srcId="{300785CF-54B9-4D8B-899F-2505BB8C9069}" destId="{511F9C56-41F9-4279-913B-A2CA0D296D51}" srcOrd="0" destOrd="0" presId="urn:microsoft.com/office/officeart/2018/5/layout/IconCircleLabelList"/>
    <dgm:cxn modelId="{241FF660-9896-41D0-A67C-EC48AFA29561}" type="presParOf" srcId="{511F9C56-41F9-4279-913B-A2CA0D296D51}" destId="{1E367AF6-AFAA-4BD7-8283-87B67311BD0E}" srcOrd="0" destOrd="0" presId="urn:microsoft.com/office/officeart/2018/5/layout/IconCircleLabelList"/>
    <dgm:cxn modelId="{FA798D59-317B-4FD4-8F5A-1B623A342615}" type="presParOf" srcId="{511F9C56-41F9-4279-913B-A2CA0D296D51}" destId="{ED488F42-5FB1-4B26-81E5-AB8A602958EA}" srcOrd="1" destOrd="0" presId="urn:microsoft.com/office/officeart/2018/5/layout/IconCircleLabelList"/>
    <dgm:cxn modelId="{63BD1E35-1554-423E-9735-4DBA9DBAC5CD}" type="presParOf" srcId="{511F9C56-41F9-4279-913B-A2CA0D296D51}" destId="{8FDB71BE-9EB7-4807-B6A1-27D173A98215}" srcOrd="2" destOrd="0" presId="urn:microsoft.com/office/officeart/2018/5/layout/IconCircleLabelList"/>
    <dgm:cxn modelId="{6B166BD2-777B-46E2-A966-4459C0890969}" type="presParOf" srcId="{511F9C56-41F9-4279-913B-A2CA0D296D51}" destId="{DAEAF237-6BAC-4664-9A16-CA2686AE7E4B}" srcOrd="3" destOrd="0" presId="urn:microsoft.com/office/officeart/2018/5/layout/IconCircleLabelList"/>
    <dgm:cxn modelId="{8AF22BDE-14B5-4DA6-A792-AE988CD1FCE0}" type="presParOf" srcId="{300785CF-54B9-4D8B-899F-2505BB8C9069}" destId="{C727EBD1-D695-475D-9C3A-539FCA3E50AE}" srcOrd="1" destOrd="0" presId="urn:microsoft.com/office/officeart/2018/5/layout/IconCircleLabelList"/>
    <dgm:cxn modelId="{98A59A15-5AED-4994-BD80-6F524F0DD520}" type="presParOf" srcId="{300785CF-54B9-4D8B-899F-2505BB8C9069}" destId="{0836ABE4-0600-41E9-BBA3-BF61A292C723}" srcOrd="2" destOrd="0" presId="urn:microsoft.com/office/officeart/2018/5/layout/IconCircleLabelList"/>
    <dgm:cxn modelId="{79D084A2-9066-410D-A398-2F191D29559D}" type="presParOf" srcId="{0836ABE4-0600-41E9-BBA3-BF61A292C723}" destId="{CB75C7A1-3C1C-4BDF-A798-A446FF581E4D}" srcOrd="0" destOrd="0" presId="urn:microsoft.com/office/officeart/2018/5/layout/IconCircleLabelList"/>
    <dgm:cxn modelId="{ED5C90CC-C60D-43E6-B1E3-744E4F58B15B}" type="presParOf" srcId="{0836ABE4-0600-41E9-BBA3-BF61A292C723}" destId="{44C25B27-3DC4-4158-AE8A-4736902CE6BB}" srcOrd="1" destOrd="0" presId="urn:microsoft.com/office/officeart/2018/5/layout/IconCircleLabelList"/>
    <dgm:cxn modelId="{5C997EAF-A770-4D64-BC9E-EA539095DD43}" type="presParOf" srcId="{0836ABE4-0600-41E9-BBA3-BF61A292C723}" destId="{7EC7A68C-D76F-4A3C-A270-A6D59CA3371B}" srcOrd="2" destOrd="0" presId="urn:microsoft.com/office/officeart/2018/5/layout/IconCircleLabelList"/>
    <dgm:cxn modelId="{8D4B5948-86C0-491B-80C4-9760D95A542B}" type="presParOf" srcId="{0836ABE4-0600-41E9-BBA3-BF61A292C723}" destId="{71B23840-7391-4EB4-BD32-357E7A0FC3D1}" srcOrd="3" destOrd="0" presId="urn:microsoft.com/office/officeart/2018/5/layout/IconCircleLabelList"/>
    <dgm:cxn modelId="{5ECECEEC-3708-475F-B6D3-4C9BD70C95E1}" type="presParOf" srcId="{300785CF-54B9-4D8B-899F-2505BB8C9069}" destId="{F140712C-A4B5-45E7-A3DB-8243EC263414}" srcOrd="3" destOrd="0" presId="urn:microsoft.com/office/officeart/2018/5/layout/IconCircleLabelList"/>
    <dgm:cxn modelId="{A33CE877-BDD3-4ADE-AEB0-13655D2309DF}" type="presParOf" srcId="{300785CF-54B9-4D8B-899F-2505BB8C9069}" destId="{293ACCE5-F439-4ED0-A983-BBC10AA92814}" srcOrd="4" destOrd="0" presId="urn:microsoft.com/office/officeart/2018/5/layout/IconCircleLabelList"/>
    <dgm:cxn modelId="{E2B36AD8-ACE5-44DB-82AA-91F3C4965E5A}" type="presParOf" srcId="{293ACCE5-F439-4ED0-A983-BBC10AA92814}" destId="{B2E974D3-FF8F-43EB-9535-A71EFB9B7171}" srcOrd="0" destOrd="0" presId="urn:microsoft.com/office/officeart/2018/5/layout/IconCircleLabelList"/>
    <dgm:cxn modelId="{DE794025-D9AC-440D-AC3E-CF23EEFA151A}" type="presParOf" srcId="{293ACCE5-F439-4ED0-A983-BBC10AA92814}" destId="{92BCD319-8A76-42DC-B4B4-C57562080BEA}" srcOrd="1" destOrd="0" presId="urn:microsoft.com/office/officeart/2018/5/layout/IconCircleLabelList"/>
    <dgm:cxn modelId="{31C50F00-310A-4841-AE2B-D457CDB66CEC}" type="presParOf" srcId="{293ACCE5-F439-4ED0-A983-BBC10AA92814}" destId="{303818E2-13DD-4F27-A656-53E1530C44DF}" srcOrd="2" destOrd="0" presId="urn:microsoft.com/office/officeart/2018/5/layout/IconCircleLabelList"/>
    <dgm:cxn modelId="{AD4C219F-59D3-455B-BEA3-A2AE9E8DB0EA}" type="presParOf" srcId="{293ACCE5-F439-4ED0-A983-BBC10AA92814}" destId="{B3E9FFEA-AAD5-438D-9F82-E4205884F309}" srcOrd="3" destOrd="0" presId="urn:microsoft.com/office/officeart/2018/5/layout/IconCircleLabelList"/>
    <dgm:cxn modelId="{285D3750-C2DF-4D97-88B2-E5FED1E60588}" type="presParOf" srcId="{300785CF-54B9-4D8B-899F-2505BB8C9069}" destId="{03150670-9D1F-4745-ABB9-17F4D714700D}" srcOrd="5" destOrd="0" presId="urn:microsoft.com/office/officeart/2018/5/layout/IconCircleLabelList"/>
    <dgm:cxn modelId="{329835F7-5E65-4D01-BBAC-0361D18013C5}" type="presParOf" srcId="{300785CF-54B9-4D8B-899F-2505BB8C9069}" destId="{3AE69F34-E9F1-44AF-B61A-64D638EACFEC}" srcOrd="6" destOrd="0" presId="urn:microsoft.com/office/officeart/2018/5/layout/IconCircleLabelList"/>
    <dgm:cxn modelId="{E47B9F49-419E-4113-BAD1-0FD77CBF3880}" type="presParOf" srcId="{3AE69F34-E9F1-44AF-B61A-64D638EACFEC}" destId="{2CC34FFC-B369-4D25-B6CF-047CD1FE3D27}" srcOrd="0" destOrd="0" presId="urn:microsoft.com/office/officeart/2018/5/layout/IconCircleLabelList"/>
    <dgm:cxn modelId="{89914F22-B2E6-4840-A9ED-0DFE2FEF1989}" type="presParOf" srcId="{3AE69F34-E9F1-44AF-B61A-64D638EACFEC}" destId="{D3A6A941-5398-4160-A837-8C2CBEE04CF9}" srcOrd="1" destOrd="0" presId="urn:microsoft.com/office/officeart/2018/5/layout/IconCircleLabelList"/>
    <dgm:cxn modelId="{03A0ADDC-A146-404A-9567-8658108DDB91}" type="presParOf" srcId="{3AE69F34-E9F1-44AF-B61A-64D638EACFEC}" destId="{6689211D-C647-4348-867B-9152A2E06E16}" srcOrd="2" destOrd="0" presId="urn:microsoft.com/office/officeart/2018/5/layout/IconCircleLabelList"/>
    <dgm:cxn modelId="{E7D6D065-4C9B-4C97-8E3F-BA3D76751672}" type="presParOf" srcId="{3AE69F34-E9F1-44AF-B61A-64D638EACFEC}" destId="{A4B28171-C3D0-4137-AF6A-5710FDAB279A}" srcOrd="3" destOrd="0" presId="urn:microsoft.com/office/officeart/2018/5/layout/IconCircleLabelList"/>
    <dgm:cxn modelId="{B37EEF5C-3925-4652-918C-AAC8A13BC3EB}" type="presParOf" srcId="{300785CF-54B9-4D8B-899F-2505BB8C9069}" destId="{1234129F-3147-466A-86B8-FCA28A68C268}" srcOrd="7" destOrd="0" presId="urn:microsoft.com/office/officeart/2018/5/layout/IconCircleLabelList"/>
    <dgm:cxn modelId="{7D9AB0C5-E711-42CC-88C9-D6465FED06CB}" type="presParOf" srcId="{300785CF-54B9-4D8B-899F-2505BB8C9069}" destId="{53BEDB97-3698-46DA-ABCD-D69992F677A1}" srcOrd="8" destOrd="0" presId="urn:microsoft.com/office/officeart/2018/5/layout/IconCircleLabelList"/>
    <dgm:cxn modelId="{3BAE9E9B-A325-485B-94A9-9BDA0F50D866}" type="presParOf" srcId="{53BEDB97-3698-46DA-ABCD-D69992F677A1}" destId="{37A825D2-F1D1-44D0-905B-B9A46B6AD967}" srcOrd="0" destOrd="0" presId="urn:microsoft.com/office/officeart/2018/5/layout/IconCircleLabelList"/>
    <dgm:cxn modelId="{ADCF0C56-E78D-4A1A-B581-ACDFF2EBFA02}" type="presParOf" srcId="{53BEDB97-3698-46DA-ABCD-D69992F677A1}" destId="{FA030DEF-11D6-4F52-B1C4-F663F7C73F5F}" srcOrd="1" destOrd="0" presId="urn:microsoft.com/office/officeart/2018/5/layout/IconCircleLabelList"/>
    <dgm:cxn modelId="{0DCE17E6-C273-4570-BA11-9A52CE93CC27}" type="presParOf" srcId="{53BEDB97-3698-46DA-ABCD-D69992F677A1}" destId="{217CBEBF-FA4C-4AB7-A3A3-3D96880C7285}" srcOrd="2" destOrd="0" presId="urn:microsoft.com/office/officeart/2018/5/layout/IconCircleLabelList"/>
    <dgm:cxn modelId="{18D73DF4-C075-460C-BD74-581D300D6F3F}" type="presParOf" srcId="{53BEDB97-3698-46DA-ABCD-D69992F677A1}" destId="{C2278F7B-B90F-4516-AB10-78E33297FA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E831476-4162-48A8-A114-781E9092B91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ACAA6D-543F-491B-AE93-5E68AD9F18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Georgia" panose="02040502050405020303" pitchFamily="18" charset="0"/>
            </a:rPr>
            <a:t>Consistent Service</a:t>
          </a:r>
          <a:r>
            <a:rPr lang="en-US" sz="1400" dirty="0">
              <a:latin typeface="Georgia" panose="02040502050405020303" pitchFamily="18" charset="0"/>
            </a:rPr>
            <a:t>:</a:t>
          </a:r>
        </a:p>
        <a:p>
          <a:pPr>
            <a:lnSpc>
              <a:spcPct val="100000"/>
            </a:lnSpc>
          </a:pPr>
          <a:r>
            <a:rPr lang="en-US" sz="1400" dirty="0">
              <a:latin typeface="Georgia" panose="02040502050405020303" pitchFamily="18" charset="0"/>
            </a:rPr>
            <a:t>Reliable, professional interactions</a:t>
          </a:r>
        </a:p>
      </dgm:t>
    </dgm:pt>
    <dgm:pt modelId="{FB001EDB-C75C-428B-B782-A9CB9296945D}" type="parTrans" cxnId="{0BFECA0F-DB32-4065-9943-9C8B1B1F9A49}">
      <dgm:prSet/>
      <dgm:spPr/>
      <dgm:t>
        <a:bodyPr/>
        <a:lstStyle/>
        <a:p>
          <a:endParaRPr lang="en-US"/>
        </a:p>
      </dgm:t>
    </dgm:pt>
    <dgm:pt modelId="{B4516411-7807-48EF-8C5C-A8FDA01D2D18}" type="sibTrans" cxnId="{0BFECA0F-DB32-4065-9943-9C8B1B1F9A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E346A6-8A93-4950-AB7D-DBFD324930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Georgia" panose="02040502050405020303" pitchFamily="18" charset="0"/>
            </a:rPr>
            <a:t>Personal Interest</a:t>
          </a:r>
          <a:r>
            <a:rPr lang="en-US" sz="1400" dirty="0">
              <a:latin typeface="Georgia" panose="02040502050405020303" pitchFamily="18" charset="0"/>
            </a:rPr>
            <a:t>:</a:t>
          </a:r>
        </a:p>
        <a:p>
          <a:pPr>
            <a:lnSpc>
              <a:spcPct val="100000"/>
            </a:lnSpc>
          </a:pPr>
          <a:r>
            <a:rPr lang="en-US" sz="1400" dirty="0">
              <a:latin typeface="Georgia" panose="02040502050405020303" pitchFamily="18" charset="0"/>
            </a:rPr>
            <a:t>Showing genuine enthusiasm for their research</a:t>
          </a:r>
        </a:p>
      </dgm:t>
    </dgm:pt>
    <dgm:pt modelId="{3ED198BB-8C24-4B7B-8ABB-1D4053E529C7}" type="parTrans" cxnId="{09663792-3314-4656-825E-B1B03CAEAEA1}">
      <dgm:prSet/>
      <dgm:spPr/>
      <dgm:t>
        <a:bodyPr/>
        <a:lstStyle/>
        <a:p>
          <a:endParaRPr lang="en-US"/>
        </a:p>
      </dgm:t>
    </dgm:pt>
    <dgm:pt modelId="{1AA6E0DE-07A8-4F99-8313-ADAA9ED96A29}" type="sibTrans" cxnId="{09663792-3314-4656-825E-B1B03CAEAEA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7A20B2-1F75-4FFF-AF43-E9C8D208AB8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Georgia" panose="02040502050405020303" pitchFamily="18" charset="0"/>
            </a:rPr>
            <a:t>Follow-up</a:t>
          </a:r>
          <a:r>
            <a:rPr lang="en-US" sz="1400" dirty="0">
              <a:latin typeface="Georgia" panose="02040502050405020303" pitchFamily="18" charset="0"/>
            </a:rPr>
            <a:t>:</a:t>
          </a:r>
        </a:p>
        <a:p>
          <a:pPr>
            <a:lnSpc>
              <a:spcPct val="100000"/>
            </a:lnSpc>
          </a:pPr>
          <a:r>
            <a:rPr lang="en-US" sz="1400" dirty="0">
              <a:latin typeface="Georgia" panose="02040502050405020303" pitchFamily="18" charset="0"/>
            </a:rPr>
            <a:t>Checking in on research progress</a:t>
          </a:r>
        </a:p>
      </dgm:t>
    </dgm:pt>
    <dgm:pt modelId="{B2706188-9448-4AB4-ABE7-D384231E402B}" type="parTrans" cxnId="{9AE17F5B-27AC-477D-9FFF-D38F2E22E83D}">
      <dgm:prSet/>
      <dgm:spPr/>
      <dgm:t>
        <a:bodyPr/>
        <a:lstStyle/>
        <a:p>
          <a:endParaRPr lang="en-US"/>
        </a:p>
      </dgm:t>
    </dgm:pt>
    <dgm:pt modelId="{BE4C046B-43E0-49BD-A9AF-11759CA1E01C}" type="sibTrans" cxnId="{9AE17F5B-27AC-477D-9FFF-D38F2E22E83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3567B0-5B05-4CB6-9813-42F0C5025C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Georgia" panose="02040502050405020303" pitchFamily="18" charset="0"/>
            </a:rPr>
            <a:t>Resource Sharing</a:t>
          </a:r>
          <a:r>
            <a:rPr lang="en-US" sz="1400" dirty="0">
              <a:latin typeface="Georgia" panose="02040502050405020303" pitchFamily="18" charset="0"/>
            </a:rPr>
            <a:t>:</a:t>
          </a:r>
        </a:p>
        <a:p>
          <a:pPr>
            <a:lnSpc>
              <a:spcPct val="100000"/>
            </a:lnSpc>
          </a:pPr>
          <a:r>
            <a:rPr lang="en-US" sz="1400" dirty="0">
              <a:latin typeface="Georgia" panose="02040502050405020303" pitchFamily="18" charset="0"/>
            </a:rPr>
            <a:t>Suggesting additional materials or repositories</a:t>
          </a:r>
        </a:p>
      </dgm:t>
    </dgm:pt>
    <dgm:pt modelId="{B1C08F26-6F6B-427F-B654-DAA9174E8799}" type="parTrans" cxnId="{2A94A5F9-EBC6-4514-AB9E-6CA31D727154}">
      <dgm:prSet/>
      <dgm:spPr/>
      <dgm:t>
        <a:bodyPr/>
        <a:lstStyle/>
        <a:p>
          <a:endParaRPr lang="en-US"/>
        </a:p>
      </dgm:t>
    </dgm:pt>
    <dgm:pt modelId="{D141471E-D495-4AA4-9947-4EDCABA2FF18}" type="sibTrans" cxnId="{2A94A5F9-EBC6-4514-AB9E-6CA31D7271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73C166-8451-4821-A028-A9BA8E05CB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>
              <a:latin typeface="Georgia" panose="02040502050405020303" pitchFamily="18" charset="0"/>
            </a:rPr>
            <a:t>Feedback</a:t>
          </a:r>
          <a:r>
            <a:rPr lang="en-US" sz="1400" dirty="0">
              <a:latin typeface="Georgia" panose="02040502050405020303" pitchFamily="18" charset="0"/>
            </a:rPr>
            <a:t>: </a:t>
          </a:r>
        </a:p>
        <a:p>
          <a:pPr>
            <a:lnSpc>
              <a:spcPct val="100000"/>
            </a:lnSpc>
          </a:pPr>
          <a:r>
            <a:rPr lang="en-US" sz="1400" dirty="0">
              <a:latin typeface="Georgia" panose="02040502050405020303" pitchFamily="18" charset="0"/>
            </a:rPr>
            <a:t>Asking for input on services and improvements</a:t>
          </a:r>
        </a:p>
      </dgm:t>
    </dgm:pt>
    <dgm:pt modelId="{3C99DC26-9648-4B27-BF13-0A882606B2AE}" type="parTrans" cxnId="{5AD18A23-00B6-4ED3-9D10-4DCC3F7734A3}">
      <dgm:prSet/>
      <dgm:spPr/>
      <dgm:t>
        <a:bodyPr/>
        <a:lstStyle/>
        <a:p>
          <a:endParaRPr lang="en-US"/>
        </a:p>
      </dgm:t>
    </dgm:pt>
    <dgm:pt modelId="{99B37413-C258-4BD3-97F1-71B675FCB847}" type="sibTrans" cxnId="{5AD18A23-00B6-4ED3-9D10-4DCC3F7734A3}">
      <dgm:prSet/>
      <dgm:spPr/>
      <dgm:t>
        <a:bodyPr/>
        <a:lstStyle/>
        <a:p>
          <a:endParaRPr lang="en-US"/>
        </a:p>
      </dgm:t>
    </dgm:pt>
    <dgm:pt modelId="{381A337F-D21B-4332-A774-445B838522C4}" type="pres">
      <dgm:prSet presAssocID="{5E831476-4162-48A8-A114-781E9092B912}" presName="root" presStyleCnt="0">
        <dgm:presLayoutVars>
          <dgm:dir/>
          <dgm:resizeHandles val="exact"/>
        </dgm:presLayoutVars>
      </dgm:prSet>
      <dgm:spPr/>
    </dgm:pt>
    <dgm:pt modelId="{925E9EB8-F1BF-4E6F-9338-1A85C22DB3D0}" type="pres">
      <dgm:prSet presAssocID="{5E831476-4162-48A8-A114-781E9092B912}" presName="container" presStyleCnt="0">
        <dgm:presLayoutVars>
          <dgm:dir/>
          <dgm:resizeHandles val="exact"/>
        </dgm:presLayoutVars>
      </dgm:prSet>
      <dgm:spPr/>
    </dgm:pt>
    <dgm:pt modelId="{756C1BE7-F050-4DF6-B271-ECCA0232F1C6}" type="pres">
      <dgm:prSet presAssocID="{EFACAA6D-543F-491B-AE93-5E68AD9F18DC}" presName="compNode" presStyleCnt="0"/>
      <dgm:spPr/>
    </dgm:pt>
    <dgm:pt modelId="{DD56183B-E0A0-4CB0-8CFE-577C86CD748A}" type="pres">
      <dgm:prSet presAssocID="{EFACAA6D-543F-491B-AE93-5E68AD9F18DC}" presName="iconBgRect" presStyleLbl="bgShp" presStyleIdx="0" presStyleCnt="5"/>
      <dgm:spPr/>
    </dgm:pt>
    <dgm:pt modelId="{0B170B8F-D531-4A07-B67E-02385188F15D}" type="pres">
      <dgm:prSet presAssocID="{EFACAA6D-543F-491B-AE93-5E68AD9F18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C213842-39EB-4D59-B9EE-DD7AB5AD98E0}" type="pres">
      <dgm:prSet presAssocID="{EFACAA6D-543F-491B-AE93-5E68AD9F18DC}" presName="spaceRect" presStyleCnt="0"/>
      <dgm:spPr/>
    </dgm:pt>
    <dgm:pt modelId="{E1007DD5-E451-4B94-B207-DBED8A2D11B4}" type="pres">
      <dgm:prSet presAssocID="{EFACAA6D-543F-491B-AE93-5E68AD9F18DC}" presName="textRect" presStyleLbl="revTx" presStyleIdx="0" presStyleCnt="5">
        <dgm:presLayoutVars>
          <dgm:chMax val="1"/>
          <dgm:chPref val="1"/>
        </dgm:presLayoutVars>
      </dgm:prSet>
      <dgm:spPr/>
    </dgm:pt>
    <dgm:pt modelId="{EAC6E221-D580-4D62-8A05-BCADC4EAD4B3}" type="pres">
      <dgm:prSet presAssocID="{B4516411-7807-48EF-8C5C-A8FDA01D2D18}" presName="sibTrans" presStyleLbl="sibTrans2D1" presStyleIdx="0" presStyleCnt="0"/>
      <dgm:spPr/>
    </dgm:pt>
    <dgm:pt modelId="{B30328AD-7939-4CC2-B7AA-67F10886E65C}" type="pres">
      <dgm:prSet presAssocID="{7AE346A6-8A93-4950-AB7D-DBFD324930E8}" presName="compNode" presStyleCnt="0"/>
      <dgm:spPr/>
    </dgm:pt>
    <dgm:pt modelId="{EA605AC5-0AF1-4725-99C9-B558BC401991}" type="pres">
      <dgm:prSet presAssocID="{7AE346A6-8A93-4950-AB7D-DBFD324930E8}" presName="iconBgRect" presStyleLbl="bgShp" presStyleIdx="1" presStyleCnt="5"/>
      <dgm:spPr/>
    </dgm:pt>
    <dgm:pt modelId="{920291AE-A1BB-444B-AD7D-D75121390C9E}" type="pres">
      <dgm:prSet presAssocID="{7AE346A6-8A93-4950-AB7D-DBFD324930E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D935865D-13DA-4876-974D-D49B6820DC93}" type="pres">
      <dgm:prSet presAssocID="{7AE346A6-8A93-4950-AB7D-DBFD324930E8}" presName="spaceRect" presStyleCnt="0"/>
      <dgm:spPr/>
    </dgm:pt>
    <dgm:pt modelId="{0B6878E2-677B-46F0-AABD-F8FD16B9A3BE}" type="pres">
      <dgm:prSet presAssocID="{7AE346A6-8A93-4950-AB7D-DBFD324930E8}" presName="textRect" presStyleLbl="revTx" presStyleIdx="1" presStyleCnt="5">
        <dgm:presLayoutVars>
          <dgm:chMax val="1"/>
          <dgm:chPref val="1"/>
        </dgm:presLayoutVars>
      </dgm:prSet>
      <dgm:spPr/>
    </dgm:pt>
    <dgm:pt modelId="{A1B81934-9385-4EF6-86C0-C06CDEA92878}" type="pres">
      <dgm:prSet presAssocID="{1AA6E0DE-07A8-4F99-8313-ADAA9ED96A29}" presName="sibTrans" presStyleLbl="sibTrans2D1" presStyleIdx="0" presStyleCnt="0"/>
      <dgm:spPr/>
    </dgm:pt>
    <dgm:pt modelId="{48D1DB24-EA24-4C71-9888-7D43266F084B}" type="pres">
      <dgm:prSet presAssocID="{327A20B2-1F75-4FFF-AF43-E9C8D208AB8E}" presName="compNode" presStyleCnt="0"/>
      <dgm:spPr/>
    </dgm:pt>
    <dgm:pt modelId="{A694387F-64B8-4065-9D98-74FEF0415526}" type="pres">
      <dgm:prSet presAssocID="{327A20B2-1F75-4FFF-AF43-E9C8D208AB8E}" presName="iconBgRect" presStyleLbl="bgShp" presStyleIdx="2" presStyleCnt="5"/>
      <dgm:spPr/>
    </dgm:pt>
    <dgm:pt modelId="{260A2B9D-1CEC-4A11-A7E4-58A3EE8ECC30}" type="pres">
      <dgm:prSet presAssocID="{327A20B2-1F75-4FFF-AF43-E9C8D208AB8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6FB279C9-6E20-4EBC-8934-2F757834E5B3}" type="pres">
      <dgm:prSet presAssocID="{327A20B2-1F75-4FFF-AF43-E9C8D208AB8E}" presName="spaceRect" presStyleCnt="0"/>
      <dgm:spPr/>
    </dgm:pt>
    <dgm:pt modelId="{18DCDBA7-FE98-4964-A8CE-35BAC08A9E47}" type="pres">
      <dgm:prSet presAssocID="{327A20B2-1F75-4FFF-AF43-E9C8D208AB8E}" presName="textRect" presStyleLbl="revTx" presStyleIdx="2" presStyleCnt="5">
        <dgm:presLayoutVars>
          <dgm:chMax val="1"/>
          <dgm:chPref val="1"/>
        </dgm:presLayoutVars>
      </dgm:prSet>
      <dgm:spPr/>
    </dgm:pt>
    <dgm:pt modelId="{BFA54B9B-51AE-48F0-96ED-7DF29D3A6B1B}" type="pres">
      <dgm:prSet presAssocID="{BE4C046B-43E0-49BD-A9AF-11759CA1E01C}" presName="sibTrans" presStyleLbl="sibTrans2D1" presStyleIdx="0" presStyleCnt="0"/>
      <dgm:spPr/>
    </dgm:pt>
    <dgm:pt modelId="{88AEB9C7-2AA6-4330-B78D-71462F36CF95}" type="pres">
      <dgm:prSet presAssocID="{703567B0-5B05-4CB6-9813-42F0C5025C3A}" presName="compNode" presStyleCnt="0"/>
      <dgm:spPr/>
    </dgm:pt>
    <dgm:pt modelId="{F1047A7C-7CC1-49B4-A5FC-6B8F4164A464}" type="pres">
      <dgm:prSet presAssocID="{703567B0-5B05-4CB6-9813-42F0C5025C3A}" presName="iconBgRect" presStyleLbl="bgShp" presStyleIdx="3" presStyleCnt="5"/>
      <dgm:spPr/>
    </dgm:pt>
    <dgm:pt modelId="{B3A91371-FB44-43B3-9137-7FE553374DF4}" type="pres">
      <dgm:prSet presAssocID="{703567B0-5B05-4CB6-9813-42F0C5025C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5DA8AB16-BBA1-4FA3-9F75-66D50E9D3FA8}" type="pres">
      <dgm:prSet presAssocID="{703567B0-5B05-4CB6-9813-42F0C5025C3A}" presName="spaceRect" presStyleCnt="0"/>
      <dgm:spPr/>
    </dgm:pt>
    <dgm:pt modelId="{B698CA89-3A07-4915-9260-9BE2CE565C85}" type="pres">
      <dgm:prSet presAssocID="{703567B0-5B05-4CB6-9813-42F0C5025C3A}" presName="textRect" presStyleLbl="revTx" presStyleIdx="3" presStyleCnt="5">
        <dgm:presLayoutVars>
          <dgm:chMax val="1"/>
          <dgm:chPref val="1"/>
        </dgm:presLayoutVars>
      </dgm:prSet>
      <dgm:spPr/>
    </dgm:pt>
    <dgm:pt modelId="{C7AF8B33-11E4-4FD8-ADF8-A866D9F9AE4E}" type="pres">
      <dgm:prSet presAssocID="{D141471E-D495-4AA4-9947-4EDCABA2FF18}" presName="sibTrans" presStyleLbl="sibTrans2D1" presStyleIdx="0" presStyleCnt="0"/>
      <dgm:spPr/>
    </dgm:pt>
    <dgm:pt modelId="{8239ECF7-C4F4-4EF1-A1BD-80B44A59D571}" type="pres">
      <dgm:prSet presAssocID="{6E73C166-8451-4821-A028-A9BA8E05CB3E}" presName="compNode" presStyleCnt="0"/>
      <dgm:spPr/>
    </dgm:pt>
    <dgm:pt modelId="{C605972D-2C89-43D1-93AD-4ED35C9321CF}" type="pres">
      <dgm:prSet presAssocID="{6E73C166-8451-4821-A028-A9BA8E05CB3E}" presName="iconBgRect" presStyleLbl="bgShp" presStyleIdx="4" presStyleCnt="5"/>
      <dgm:spPr/>
    </dgm:pt>
    <dgm:pt modelId="{599E1666-19D9-452F-845C-D8BBFF877D1F}" type="pres">
      <dgm:prSet presAssocID="{6E73C166-8451-4821-A028-A9BA8E05CB3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6A68DE2C-6CFB-4C04-B723-8D71843D563A}" type="pres">
      <dgm:prSet presAssocID="{6E73C166-8451-4821-A028-A9BA8E05CB3E}" presName="spaceRect" presStyleCnt="0"/>
      <dgm:spPr/>
    </dgm:pt>
    <dgm:pt modelId="{438B4E26-38B6-40C2-A054-D351C143579B}" type="pres">
      <dgm:prSet presAssocID="{6E73C166-8451-4821-A028-A9BA8E05CB3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C16390B-931C-C44F-9C7B-7F98C813BE30}" type="presOf" srcId="{5E831476-4162-48A8-A114-781E9092B912}" destId="{381A337F-D21B-4332-A774-445B838522C4}" srcOrd="0" destOrd="0" presId="urn:microsoft.com/office/officeart/2018/2/layout/IconCircleList"/>
    <dgm:cxn modelId="{4B09D20C-2BC3-7341-A36D-5193EAC989A7}" type="presOf" srcId="{D141471E-D495-4AA4-9947-4EDCABA2FF18}" destId="{C7AF8B33-11E4-4FD8-ADF8-A866D9F9AE4E}" srcOrd="0" destOrd="0" presId="urn:microsoft.com/office/officeart/2018/2/layout/IconCircleList"/>
    <dgm:cxn modelId="{0BFECA0F-DB32-4065-9943-9C8B1B1F9A49}" srcId="{5E831476-4162-48A8-A114-781E9092B912}" destId="{EFACAA6D-543F-491B-AE93-5E68AD9F18DC}" srcOrd="0" destOrd="0" parTransId="{FB001EDB-C75C-428B-B782-A9CB9296945D}" sibTransId="{B4516411-7807-48EF-8C5C-A8FDA01D2D18}"/>
    <dgm:cxn modelId="{5AD18A23-00B6-4ED3-9D10-4DCC3F7734A3}" srcId="{5E831476-4162-48A8-A114-781E9092B912}" destId="{6E73C166-8451-4821-A028-A9BA8E05CB3E}" srcOrd="4" destOrd="0" parTransId="{3C99DC26-9648-4B27-BF13-0A882606B2AE}" sibTransId="{99B37413-C258-4BD3-97F1-71B675FCB847}"/>
    <dgm:cxn modelId="{012A612F-45F3-E44F-94D6-A20421C80939}" type="presOf" srcId="{EFACAA6D-543F-491B-AE93-5E68AD9F18DC}" destId="{E1007DD5-E451-4B94-B207-DBED8A2D11B4}" srcOrd="0" destOrd="0" presId="urn:microsoft.com/office/officeart/2018/2/layout/IconCircleList"/>
    <dgm:cxn modelId="{CD70F037-786A-0A41-BF95-74682817E26D}" type="presOf" srcId="{B4516411-7807-48EF-8C5C-A8FDA01D2D18}" destId="{EAC6E221-D580-4D62-8A05-BCADC4EAD4B3}" srcOrd="0" destOrd="0" presId="urn:microsoft.com/office/officeart/2018/2/layout/IconCircleList"/>
    <dgm:cxn modelId="{D4779B3B-B895-5E40-9CFA-8A91E5A54D8B}" type="presOf" srcId="{6E73C166-8451-4821-A028-A9BA8E05CB3E}" destId="{438B4E26-38B6-40C2-A054-D351C143579B}" srcOrd="0" destOrd="0" presId="urn:microsoft.com/office/officeart/2018/2/layout/IconCircleList"/>
    <dgm:cxn modelId="{FA5FA34F-13A0-974B-B404-154E1E4B6C8F}" type="presOf" srcId="{BE4C046B-43E0-49BD-A9AF-11759CA1E01C}" destId="{BFA54B9B-51AE-48F0-96ED-7DF29D3A6B1B}" srcOrd="0" destOrd="0" presId="urn:microsoft.com/office/officeart/2018/2/layout/IconCircleList"/>
    <dgm:cxn modelId="{F2D1EA5A-590C-1D4C-9981-D43182265C3A}" type="presOf" srcId="{1AA6E0DE-07A8-4F99-8313-ADAA9ED96A29}" destId="{A1B81934-9385-4EF6-86C0-C06CDEA92878}" srcOrd="0" destOrd="0" presId="urn:microsoft.com/office/officeart/2018/2/layout/IconCircleList"/>
    <dgm:cxn modelId="{9AE17F5B-27AC-477D-9FFF-D38F2E22E83D}" srcId="{5E831476-4162-48A8-A114-781E9092B912}" destId="{327A20B2-1F75-4FFF-AF43-E9C8D208AB8E}" srcOrd="2" destOrd="0" parTransId="{B2706188-9448-4AB4-ABE7-D384231E402B}" sibTransId="{BE4C046B-43E0-49BD-A9AF-11759CA1E01C}"/>
    <dgm:cxn modelId="{2272E178-7DC3-1F43-ACB9-F922346ADAD2}" type="presOf" srcId="{703567B0-5B05-4CB6-9813-42F0C5025C3A}" destId="{B698CA89-3A07-4915-9260-9BE2CE565C85}" srcOrd="0" destOrd="0" presId="urn:microsoft.com/office/officeart/2018/2/layout/IconCircleList"/>
    <dgm:cxn modelId="{09663792-3314-4656-825E-B1B03CAEAEA1}" srcId="{5E831476-4162-48A8-A114-781E9092B912}" destId="{7AE346A6-8A93-4950-AB7D-DBFD324930E8}" srcOrd="1" destOrd="0" parTransId="{3ED198BB-8C24-4B7B-8ABB-1D4053E529C7}" sibTransId="{1AA6E0DE-07A8-4F99-8313-ADAA9ED96A29}"/>
    <dgm:cxn modelId="{457509DD-BFF1-7A42-BAE8-C1DB6D6E4667}" type="presOf" srcId="{327A20B2-1F75-4FFF-AF43-E9C8D208AB8E}" destId="{18DCDBA7-FE98-4964-A8CE-35BAC08A9E47}" srcOrd="0" destOrd="0" presId="urn:microsoft.com/office/officeart/2018/2/layout/IconCircleList"/>
    <dgm:cxn modelId="{C391D4ED-35F4-A541-8841-17FEB6D08DE6}" type="presOf" srcId="{7AE346A6-8A93-4950-AB7D-DBFD324930E8}" destId="{0B6878E2-677B-46F0-AABD-F8FD16B9A3BE}" srcOrd="0" destOrd="0" presId="urn:microsoft.com/office/officeart/2018/2/layout/IconCircleList"/>
    <dgm:cxn modelId="{2A94A5F9-EBC6-4514-AB9E-6CA31D727154}" srcId="{5E831476-4162-48A8-A114-781E9092B912}" destId="{703567B0-5B05-4CB6-9813-42F0C5025C3A}" srcOrd="3" destOrd="0" parTransId="{B1C08F26-6F6B-427F-B654-DAA9174E8799}" sibTransId="{D141471E-D495-4AA4-9947-4EDCABA2FF18}"/>
    <dgm:cxn modelId="{8543A16D-E80D-8F4F-B1C4-8A1A74E16DEA}" type="presParOf" srcId="{381A337F-D21B-4332-A774-445B838522C4}" destId="{925E9EB8-F1BF-4E6F-9338-1A85C22DB3D0}" srcOrd="0" destOrd="0" presId="urn:microsoft.com/office/officeart/2018/2/layout/IconCircleList"/>
    <dgm:cxn modelId="{A1069716-C428-F843-B2A7-2F99CEE83DEC}" type="presParOf" srcId="{925E9EB8-F1BF-4E6F-9338-1A85C22DB3D0}" destId="{756C1BE7-F050-4DF6-B271-ECCA0232F1C6}" srcOrd="0" destOrd="0" presId="urn:microsoft.com/office/officeart/2018/2/layout/IconCircleList"/>
    <dgm:cxn modelId="{4D76FB40-C8F6-B34F-B4EB-539CFF309AA6}" type="presParOf" srcId="{756C1BE7-F050-4DF6-B271-ECCA0232F1C6}" destId="{DD56183B-E0A0-4CB0-8CFE-577C86CD748A}" srcOrd="0" destOrd="0" presId="urn:microsoft.com/office/officeart/2018/2/layout/IconCircleList"/>
    <dgm:cxn modelId="{1A2DCC7D-EBE4-7242-94B5-EA00F1E99329}" type="presParOf" srcId="{756C1BE7-F050-4DF6-B271-ECCA0232F1C6}" destId="{0B170B8F-D531-4A07-B67E-02385188F15D}" srcOrd="1" destOrd="0" presId="urn:microsoft.com/office/officeart/2018/2/layout/IconCircleList"/>
    <dgm:cxn modelId="{C6F4F7EB-56E3-2A4B-8266-4063B01F7D3F}" type="presParOf" srcId="{756C1BE7-F050-4DF6-B271-ECCA0232F1C6}" destId="{2C213842-39EB-4D59-B9EE-DD7AB5AD98E0}" srcOrd="2" destOrd="0" presId="urn:microsoft.com/office/officeart/2018/2/layout/IconCircleList"/>
    <dgm:cxn modelId="{38D8EEDA-027F-5347-A272-344E2085746E}" type="presParOf" srcId="{756C1BE7-F050-4DF6-B271-ECCA0232F1C6}" destId="{E1007DD5-E451-4B94-B207-DBED8A2D11B4}" srcOrd="3" destOrd="0" presId="urn:microsoft.com/office/officeart/2018/2/layout/IconCircleList"/>
    <dgm:cxn modelId="{77E01DB3-07B4-524F-A051-E2856C07E49E}" type="presParOf" srcId="{925E9EB8-F1BF-4E6F-9338-1A85C22DB3D0}" destId="{EAC6E221-D580-4D62-8A05-BCADC4EAD4B3}" srcOrd="1" destOrd="0" presId="urn:microsoft.com/office/officeart/2018/2/layout/IconCircleList"/>
    <dgm:cxn modelId="{8C0E6566-1E82-2F41-94CB-61271A333491}" type="presParOf" srcId="{925E9EB8-F1BF-4E6F-9338-1A85C22DB3D0}" destId="{B30328AD-7939-4CC2-B7AA-67F10886E65C}" srcOrd="2" destOrd="0" presId="urn:microsoft.com/office/officeart/2018/2/layout/IconCircleList"/>
    <dgm:cxn modelId="{B0EE7B51-1BF4-4544-82A9-A7180C411FAC}" type="presParOf" srcId="{B30328AD-7939-4CC2-B7AA-67F10886E65C}" destId="{EA605AC5-0AF1-4725-99C9-B558BC401991}" srcOrd="0" destOrd="0" presId="urn:microsoft.com/office/officeart/2018/2/layout/IconCircleList"/>
    <dgm:cxn modelId="{34605DBB-B30E-7440-88AE-F906746EB9D6}" type="presParOf" srcId="{B30328AD-7939-4CC2-B7AA-67F10886E65C}" destId="{920291AE-A1BB-444B-AD7D-D75121390C9E}" srcOrd="1" destOrd="0" presId="urn:microsoft.com/office/officeart/2018/2/layout/IconCircleList"/>
    <dgm:cxn modelId="{132222E2-5E39-E94B-B537-CB6B87906CD9}" type="presParOf" srcId="{B30328AD-7939-4CC2-B7AA-67F10886E65C}" destId="{D935865D-13DA-4876-974D-D49B6820DC93}" srcOrd="2" destOrd="0" presId="urn:microsoft.com/office/officeart/2018/2/layout/IconCircleList"/>
    <dgm:cxn modelId="{D6514558-0FE2-AB49-96AB-F6A56596F9C8}" type="presParOf" srcId="{B30328AD-7939-4CC2-B7AA-67F10886E65C}" destId="{0B6878E2-677B-46F0-AABD-F8FD16B9A3BE}" srcOrd="3" destOrd="0" presId="urn:microsoft.com/office/officeart/2018/2/layout/IconCircleList"/>
    <dgm:cxn modelId="{763AEDB2-6524-6C4E-9443-E972334F2F62}" type="presParOf" srcId="{925E9EB8-F1BF-4E6F-9338-1A85C22DB3D0}" destId="{A1B81934-9385-4EF6-86C0-C06CDEA92878}" srcOrd="3" destOrd="0" presId="urn:microsoft.com/office/officeart/2018/2/layout/IconCircleList"/>
    <dgm:cxn modelId="{72C3CBBD-340E-954F-98CB-1A8DCE24C8B1}" type="presParOf" srcId="{925E9EB8-F1BF-4E6F-9338-1A85C22DB3D0}" destId="{48D1DB24-EA24-4C71-9888-7D43266F084B}" srcOrd="4" destOrd="0" presId="urn:microsoft.com/office/officeart/2018/2/layout/IconCircleList"/>
    <dgm:cxn modelId="{F843F3A1-1894-7846-A0EC-560B2EA799B7}" type="presParOf" srcId="{48D1DB24-EA24-4C71-9888-7D43266F084B}" destId="{A694387F-64B8-4065-9D98-74FEF0415526}" srcOrd="0" destOrd="0" presId="urn:microsoft.com/office/officeart/2018/2/layout/IconCircleList"/>
    <dgm:cxn modelId="{70ABFA1E-69DD-BD41-B8A7-09C81F4D3F5C}" type="presParOf" srcId="{48D1DB24-EA24-4C71-9888-7D43266F084B}" destId="{260A2B9D-1CEC-4A11-A7E4-58A3EE8ECC30}" srcOrd="1" destOrd="0" presId="urn:microsoft.com/office/officeart/2018/2/layout/IconCircleList"/>
    <dgm:cxn modelId="{5C216B39-F7B0-784D-BCED-43DEC6B861A6}" type="presParOf" srcId="{48D1DB24-EA24-4C71-9888-7D43266F084B}" destId="{6FB279C9-6E20-4EBC-8934-2F757834E5B3}" srcOrd="2" destOrd="0" presId="urn:microsoft.com/office/officeart/2018/2/layout/IconCircleList"/>
    <dgm:cxn modelId="{F806BE95-E345-3846-A411-25FCA84FFDDD}" type="presParOf" srcId="{48D1DB24-EA24-4C71-9888-7D43266F084B}" destId="{18DCDBA7-FE98-4964-A8CE-35BAC08A9E47}" srcOrd="3" destOrd="0" presId="urn:microsoft.com/office/officeart/2018/2/layout/IconCircleList"/>
    <dgm:cxn modelId="{36A266E6-F4A3-9449-8F99-CFCA53E275A3}" type="presParOf" srcId="{925E9EB8-F1BF-4E6F-9338-1A85C22DB3D0}" destId="{BFA54B9B-51AE-48F0-96ED-7DF29D3A6B1B}" srcOrd="5" destOrd="0" presId="urn:microsoft.com/office/officeart/2018/2/layout/IconCircleList"/>
    <dgm:cxn modelId="{FA58F964-E9A3-8646-8FC4-771F1AED11EA}" type="presParOf" srcId="{925E9EB8-F1BF-4E6F-9338-1A85C22DB3D0}" destId="{88AEB9C7-2AA6-4330-B78D-71462F36CF95}" srcOrd="6" destOrd="0" presId="urn:microsoft.com/office/officeart/2018/2/layout/IconCircleList"/>
    <dgm:cxn modelId="{A370295E-C236-F344-A069-0172884146A9}" type="presParOf" srcId="{88AEB9C7-2AA6-4330-B78D-71462F36CF95}" destId="{F1047A7C-7CC1-49B4-A5FC-6B8F4164A464}" srcOrd="0" destOrd="0" presId="urn:microsoft.com/office/officeart/2018/2/layout/IconCircleList"/>
    <dgm:cxn modelId="{74E7DA73-3E4D-6E43-BF93-0B81E0C859F3}" type="presParOf" srcId="{88AEB9C7-2AA6-4330-B78D-71462F36CF95}" destId="{B3A91371-FB44-43B3-9137-7FE553374DF4}" srcOrd="1" destOrd="0" presId="urn:microsoft.com/office/officeart/2018/2/layout/IconCircleList"/>
    <dgm:cxn modelId="{50E89B14-9808-BF4D-BF92-1245ED3C2756}" type="presParOf" srcId="{88AEB9C7-2AA6-4330-B78D-71462F36CF95}" destId="{5DA8AB16-BBA1-4FA3-9F75-66D50E9D3FA8}" srcOrd="2" destOrd="0" presId="urn:microsoft.com/office/officeart/2018/2/layout/IconCircleList"/>
    <dgm:cxn modelId="{1EAA773B-8BAB-C540-A29E-08C5D6C1A2F5}" type="presParOf" srcId="{88AEB9C7-2AA6-4330-B78D-71462F36CF95}" destId="{B698CA89-3A07-4915-9260-9BE2CE565C85}" srcOrd="3" destOrd="0" presId="urn:microsoft.com/office/officeart/2018/2/layout/IconCircleList"/>
    <dgm:cxn modelId="{AFAF5750-7B83-CC46-86DF-7FBEEF2542EA}" type="presParOf" srcId="{925E9EB8-F1BF-4E6F-9338-1A85C22DB3D0}" destId="{C7AF8B33-11E4-4FD8-ADF8-A866D9F9AE4E}" srcOrd="7" destOrd="0" presId="urn:microsoft.com/office/officeart/2018/2/layout/IconCircleList"/>
    <dgm:cxn modelId="{B1DA572F-DEB5-5B48-9195-42B3DE229796}" type="presParOf" srcId="{925E9EB8-F1BF-4E6F-9338-1A85C22DB3D0}" destId="{8239ECF7-C4F4-4EF1-A1BD-80B44A59D571}" srcOrd="8" destOrd="0" presId="urn:microsoft.com/office/officeart/2018/2/layout/IconCircleList"/>
    <dgm:cxn modelId="{DD8747BC-87CC-CA49-9AEC-3309868EF10C}" type="presParOf" srcId="{8239ECF7-C4F4-4EF1-A1BD-80B44A59D571}" destId="{C605972D-2C89-43D1-93AD-4ED35C9321CF}" srcOrd="0" destOrd="0" presId="urn:microsoft.com/office/officeart/2018/2/layout/IconCircleList"/>
    <dgm:cxn modelId="{DC4A94DD-0270-CA45-94C3-02CF11C824FE}" type="presParOf" srcId="{8239ECF7-C4F4-4EF1-A1BD-80B44A59D571}" destId="{599E1666-19D9-452F-845C-D8BBFF877D1F}" srcOrd="1" destOrd="0" presId="urn:microsoft.com/office/officeart/2018/2/layout/IconCircleList"/>
    <dgm:cxn modelId="{F6A31532-D57A-3141-9630-854C5A8B290B}" type="presParOf" srcId="{8239ECF7-C4F4-4EF1-A1BD-80B44A59D571}" destId="{6A68DE2C-6CFB-4C04-B723-8D71843D563A}" srcOrd="2" destOrd="0" presId="urn:microsoft.com/office/officeart/2018/2/layout/IconCircleList"/>
    <dgm:cxn modelId="{E396841F-FBD9-2142-B082-06C08D9A5F8B}" type="presParOf" srcId="{8239ECF7-C4F4-4EF1-A1BD-80B44A59D571}" destId="{438B4E26-38B6-40C2-A054-D351C143579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692E61-DE7E-4570-8514-A4FC87F261C8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D8EDC9A-22A4-4304-9B5D-E913E3B494F7}">
      <dgm:prSet/>
      <dgm:spPr/>
      <dgm:t>
        <a:bodyPr/>
        <a:lstStyle/>
        <a:p>
          <a:r>
            <a:rPr lang="en-US" i="1">
              <a:latin typeface="Georgia" panose="02040502050405020303" pitchFamily="18" charset="0"/>
            </a:rPr>
            <a:t>"Alone we can do so little;</a:t>
          </a:r>
        </a:p>
        <a:p>
          <a:r>
            <a:rPr lang="en-US" i="1">
              <a:latin typeface="Georgia" panose="02040502050405020303" pitchFamily="18" charset="0"/>
            </a:rPr>
            <a:t>  together we can do so</a:t>
          </a:r>
        </a:p>
        <a:p>
          <a:r>
            <a:rPr lang="en-US" i="1">
              <a:latin typeface="Georgia" panose="02040502050405020303" pitchFamily="18" charset="0"/>
            </a:rPr>
            <a:t> much."</a:t>
          </a:r>
          <a:r>
            <a:rPr lang="en-US">
              <a:latin typeface="Georgia" panose="02040502050405020303" pitchFamily="18" charset="0"/>
            </a:rPr>
            <a:t> </a:t>
          </a:r>
        </a:p>
      </dgm:t>
    </dgm:pt>
    <dgm:pt modelId="{80D208B2-5F07-4472-88FE-A43A8ED2DF12}" type="parTrans" cxnId="{E945F222-0FD5-4FF1-A5E9-2D426E0C0698}">
      <dgm:prSet/>
      <dgm:spPr/>
      <dgm:t>
        <a:bodyPr/>
        <a:lstStyle/>
        <a:p>
          <a:endParaRPr lang="en-US"/>
        </a:p>
      </dgm:t>
    </dgm:pt>
    <dgm:pt modelId="{D50C290F-6C75-4E6B-8262-BAB820ADB222}" type="sibTrans" cxnId="{E945F222-0FD5-4FF1-A5E9-2D426E0C0698}">
      <dgm:prSet/>
      <dgm:spPr/>
      <dgm:t>
        <a:bodyPr/>
        <a:lstStyle/>
        <a:p>
          <a:endParaRPr lang="en-US"/>
        </a:p>
      </dgm:t>
    </dgm:pt>
    <dgm:pt modelId="{C5C6C76C-4FB5-49CC-8446-9DAE15AC61FB}">
      <dgm:prSet/>
      <dgm:spPr/>
      <dgm:t>
        <a:bodyPr/>
        <a:lstStyle/>
        <a:p>
          <a:r>
            <a:rPr lang="en-US"/>
            <a:t>     </a:t>
          </a:r>
          <a:r>
            <a:rPr lang="en-US">
              <a:latin typeface="Georgia" panose="02040502050405020303" pitchFamily="18" charset="0"/>
            </a:rPr>
            <a:t>— Helen Keller</a:t>
          </a:r>
        </a:p>
      </dgm:t>
    </dgm:pt>
    <dgm:pt modelId="{BE15D32A-2953-4459-A1CE-CE090BB5CA76}" type="parTrans" cxnId="{4FFC32B9-7BE2-4A91-AB7E-CAABD3073716}">
      <dgm:prSet/>
      <dgm:spPr/>
      <dgm:t>
        <a:bodyPr/>
        <a:lstStyle/>
        <a:p>
          <a:endParaRPr lang="en-US"/>
        </a:p>
      </dgm:t>
    </dgm:pt>
    <dgm:pt modelId="{5379E66F-9575-43AD-8061-E92EA2B0E774}" type="sibTrans" cxnId="{4FFC32B9-7BE2-4A91-AB7E-CAABD3073716}">
      <dgm:prSet/>
      <dgm:spPr/>
      <dgm:t>
        <a:bodyPr/>
        <a:lstStyle/>
        <a:p>
          <a:endParaRPr lang="en-US"/>
        </a:p>
      </dgm:t>
    </dgm:pt>
    <dgm:pt modelId="{B7B1EAF8-4664-1E4E-BC53-63941767AA0C}" type="pres">
      <dgm:prSet presAssocID="{4D692E61-DE7E-4570-8514-A4FC87F261C8}" presName="vert0" presStyleCnt="0">
        <dgm:presLayoutVars>
          <dgm:dir/>
          <dgm:animOne val="branch"/>
          <dgm:animLvl val="lvl"/>
        </dgm:presLayoutVars>
      </dgm:prSet>
      <dgm:spPr/>
    </dgm:pt>
    <dgm:pt modelId="{03C96D22-ACA4-5243-8A06-BDF8D178A7A4}" type="pres">
      <dgm:prSet presAssocID="{ED8EDC9A-22A4-4304-9B5D-E913E3B494F7}" presName="thickLine" presStyleLbl="alignNode1" presStyleIdx="0" presStyleCnt="2"/>
      <dgm:spPr/>
    </dgm:pt>
    <dgm:pt modelId="{4E4A4494-E566-2D4A-9F37-8A04046FDC29}" type="pres">
      <dgm:prSet presAssocID="{ED8EDC9A-22A4-4304-9B5D-E913E3B494F7}" presName="horz1" presStyleCnt="0"/>
      <dgm:spPr/>
    </dgm:pt>
    <dgm:pt modelId="{DD512C0E-DDF7-1E4A-B728-B03FE403EC60}" type="pres">
      <dgm:prSet presAssocID="{ED8EDC9A-22A4-4304-9B5D-E913E3B494F7}" presName="tx1" presStyleLbl="revTx" presStyleIdx="0" presStyleCnt="2"/>
      <dgm:spPr/>
    </dgm:pt>
    <dgm:pt modelId="{DB6613CA-C389-4D45-B184-48B17AE68F24}" type="pres">
      <dgm:prSet presAssocID="{ED8EDC9A-22A4-4304-9B5D-E913E3B494F7}" presName="vert1" presStyleCnt="0"/>
      <dgm:spPr/>
    </dgm:pt>
    <dgm:pt modelId="{7FD6E642-96D2-1F4B-9557-F9E7F78143BE}" type="pres">
      <dgm:prSet presAssocID="{C5C6C76C-4FB5-49CC-8446-9DAE15AC61FB}" presName="thickLine" presStyleLbl="alignNode1" presStyleIdx="1" presStyleCnt="2"/>
      <dgm:spPr/>
    </dgm:pt>
    <dgm:pt modelId="{D3D04214-A219-8540-8096-084804B7D578}" type="pres">
      <dgm:prSet presAssocID="{C5C6C76C-4FB5-49CC-8446-9DAE15AC61FB}" presName="horz1" presStyleCnt="0"/>
      <dgm:spPr/>
    </dgm:pt>
    <dgm:pt modelId="{F88378A5-BAC2-9B4A-B249-D998C67409B7}" type="pres">
      <dgm:prSet presAssocID="{C5C6C76C-4FB5-49CC-8446-9DAE15AC61FB}" presName="tx1" presStyleLbl="revTx" presStyleIdx="1" presStyleCnt="2"/>
      <dgm:spPr/>
    </dgm:pt>
    <dgm:pt modelId="{F8F34E87-91DF-0746-B02D-423C017B232D}" type="pres">
      <dgm:prSet presAssocID="{C5C6C76C-4FB5-49CC-8446-9DAE15AC61FB}" presName="vert1" presStyleCnt="0"/>
      <dgm:spPr/>
    </dgm:pt>
  </dgm:ptLst>
  <dgm:cxnLst>
    <dgm:cxn modelId="{E945F222-0FD5-4FF1-A5E9-2D426E0C0698}" srcId="{4D692E61-DE7E-4570-8514-A4FC87F261C8}" destId="{ED8EDC9A-22A4-4304-9B5D-E913E3B494F7}" srcOrd="0" destOrd="0" parTransId="{80D208B2-5F07-4472-88FE-A43A8ED2DF12}" sibTransId="{D50C290F-6C75-4E6B-8262-BAB820ADB222}"/>
    <dgm:cxn modelId="{331105AE-7CA9-554D-BD6B-E8D1B29C33EF}" type="presOf" srcId="{C5C6C76C-4FB5-49CC-8446-9DAE15AC61FB}" destId="{F88378A5-BAC2-9B4A-B249-D998C67409B7}" srcOrd="0" destOrd="0" presId="urn:microsoft.com/office/officeart/2008/layout/LinedList"/>
    <dgm:cxn modelId="{4FFC32B9-7BE2-4A91-AB7E-CAABD3073716}" srcId="{4D692E61-DE7E-4570-8514-A4FC87F261C8}" destId="{C5C6C76C-4FB5-49CC-8446-9DAE15AC61FB}" srcOrd="1" destOrd="0" parTransId="{BE15D32A-2953-4459-A1CE-CE090BB5CA76}" sibTransId="{5379E66F-9575-43AD-8061-E92EA2B0E774}"/>
    <dgm:cxn modelId="{9A6745C2-C595-534C-B4A3-0F3B9C4E4860}" type="presOf" srcId="{ED8EDC9A-22A4-4304-9B5D-E913E3B494F7}" destId="{DD512C0E-DDF7-1E4A-B728-B03FE403EC60}" srcOrd="0" destOrd="0" presId="urn:microsoft.com/office/officeart/2008/layout/LinedList"/>
    <dgm:cxn modelId="{88970CE0-31FD-6246-8ED1-F4B72898DC38}" type="presOf" srcId="{4D692E61-DE7E-4570-8514-A4FC87F261C8}" destId="{B7B1EAF8-4664-1E4E-BC53-63941767AA0C}" srcOrd="0" destOrd="0" presId="urn:microsoft.com/office/officeart/2008/layout/LinedList"/>
    <dgm:cxn modelId="{33E5B903-F3B6-3945-B2AB-7A1919AAA645}" type="presParOf" srcId="{B7B1EAF8-4664-1E4E-BC53-63941767AA0C}" destId="{03C96D22-ACA4-5243-8A06-BDF8D178A7A4}" srcOrd="0" destOrd="0" presId="urn:microsoft.com/office/officeart/2008/layout/LinedList"/>
    <dgm:cxn modelId="{56F6CB34-E03C-784F-A226-2E49C36759AB}" type="presParOf" srcId="{B7B1EAF8-4664-1E4E-BC53-63941767AA0C}" destId="{4E4A4494-E566-2D4A-9F37-8A04046FDC29}" srcOrd="1" destOrd="0" presId="urn:microsoft.com/office/officeart/2008/layout/LinedList"/>
    <dgm:cxn modelId="{52E4B5C9-87C0-3F45-8DCB-D31401CCADD9}" type="presParOf" srcId="{4E4A4494-E566-2D4A-9F37-8A04046FDC29}" destId="{DD512C0E-DDF7-1E4A-B728-B03FE403EC60}" srcOrd="0" destOrd="0" presId="urn:microsoft.com/office/officeart/2008/layout/LinedList"/>
    <dgm:cxn modelId="{E20C427C-1E36-7344-B389-F02E410691EB}" type="presParOf" srcId="{4E4A4494-E566-2D4A-9F37-8A04046FDC29}" destId="{DB6613CA-C389-4D45-B184-48B17AE68F24}" srcOrd="1" destOrd="0" presId="urn:microsoft.com/office/officeart/2008/layout/LinedList"/>
    <dgm:cxn modelId="{600A743C-37B6-614F-B7B6-F3E0F3AF7383}" type="presParOf" srcId="{B7B1EAF8-4664-1E4E-BC53-63941767AA0C}" destId="{7FD6E642-96D2-1F4B-9557-F9E7F78143BE}" srcOrd="2" destOrd="0" presId="urn:microsoft.com/office/officeart/2008/layout/LinedList"/>
    <dgm:cxn modelId="{7D3CECE7-5CBF-194B-88FB-A225E5DDBDEA}" type="presParOf" srcId="{B7B1EAF8-4664-1E4E-BC53-63941767AA0C}" destId="{D3D04214-A219-8540-8096-084804B7D578}" srcOrd="3" destOrd="0" presId="urn:microsoft.com/office/officeart/2008/layout/LinedList"/>
    <dgm:cxn modelId="{4C5CC258-A82A-2948-A4AF-0275BBD0C933}" type="presParOf" srcId="{D3D04214-A219-8540-8096-084804B7D578}" destId="{F88378A5-BAC2-9B4A-B249-D998C67409B7}" srcOrd="0" destOrd="0" presId="urn:microsoft.com/office/officeart/2008/layout/LinedList"/>
    <dgm:cxn modelId="{86B97CFB-3136-904B-A0E3-A588E460E120}" type="presParOf" srcId="{D3D04214-A219-8540-8096-084804B7D578}" destId="{F8F34E87-91DF-0746-B02D-423C017B23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A33D6-D1F9-4AD3-A7D4-31E209808421}">
      <dsp:nvSpPr>
        <dsp:cNvPr id="0" name=""/>
        <dsp:cNvSpPr/>
      </dsp:nvSpPr>
      <dsp:spPr>
        <a:xfrm>
          <a:off x="0" y="408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9E83A-DBEE-4672-B3CB-031BA816BCAF}">
      <dsp:nvSpPr>
        <dsp:cNvPr id="0" name=""/>
        <dsp:cNvSpPr/>
      </dsp:nvSpPr>
      <dsp:spPr>
        <a:xfrm>
          <a:off x="263303" y="199931"/>
          <a:ext cx="478733" cy="47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AF732-9E51-48E8-8A23-47A8C896F22A}">
      <dsp:nvSpPr>
        <dsp:cNvPr id="0" name=""/>
        <dsp:cNvSpPr/>
      </dsp:nvSpPr>
      <dsp:spPr>
        <a:xfrm>
          <a:off x="1005339" y="408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Guide patrons effectively through archive navigation and finding aids</a:t>
          </a:r>
        </a:p>
      </dsp:txBody>
      <dsp:txXfrm>
        <a:off x="1005339" y="4086"/>
        <a:ext cx="4900841" cy="870424"/>
      </dsp:txXfrm>
    </dsp:sp>
    <dsp:sp modelId="{B2C7E214-F2A9-49C1-8A34-6AD22CAFC69B}">
      <dsp:nvSpPr>
        <dsp:cNvPr id="0" name=""/>
        <dsp:cNvSpPr/>
      </dsp:nvSpPr>
      <dsp:spPr>
        <a:xfrm>
          <a:off x="0" y="109211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EC2EC-6896-4F00-A4DE-5A2FCFC57655}">
      <dsp:nvSpPr>
        <dsp:cNvPr id="0" name=""/>
        <dsp:cNvSpPr/>
      </dsp:nvSpPr>
      <dsp:spPr>
        <a:xfrm>
          <a:off x="263303" y="1287962"/>
          <a:ext cx="478733" cy="47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189AF-D90E-4111-8E78-4CD4F47EA5D6}">
      <dsp:nvSpPr>
        <dsp:cNvPr id="0" name=""/>
        <dsp:cNvSpPr/>
      </dsp:nvSpPr>
      <dsp:spPr>
        <a:xfrm>
          <a:off x="1005339" y="109211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Assist patrons with digital tools and technology resources</a:t>
          </a:r>
        </a:p>
      </dsp:txBody>
      <dsp:txXfrm>
        <a:off x="1005339" y="1092116"/>
        <a:ext cx="4900841" cy="870424"/>
      </dsp:txXfrm>
    </dsp:sp>
    <dsp:sp modelId="{3254347B-307B-485B-AC8B-9FD22DA60BC0}">
      <dsp:nvSpPr>
        <dsp:cNvPr id="0" name=""/>
        <dsp:cNvSpPr/>
      </dsp:nvSpPr>
      <dsp:spPr>
        <a:xfrm>
          <a:off x="0" y="218014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74CEF-4833-47F4-8148-931E150142E5}">
      <dsp:nvSpPr>
        <dsp:cNvPr id="0" name=""/>
        <dsp:cNvSpPr/>
      </dsp:nvSpPr>
      <dsp:spPr>
        <a:xfrm>
          <a:off x="263303" y="2375992"/>
          <a:ext cx="478733" cy="478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4FD65-2D61-440C-B763-DC2D2A4B7068}">
      <dsp:nvSpPr>
        <dsp:cNvPr id="0" name=""/>
        <dsp:cNvSpPr/>
      </dsp:nvSpPr>
      <dsp:spPr>
        <a:xfrm>
          <a:off x="1005339" y="218014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Implement accessibility and inclusivity best practices</a:t>
          </a:r>
        </a:p>
      </dsp:txBody>
      <dsp:txXfrm>
        <a:off x="1005339" y="2180146"/>
        <a:ext cx="4900841" cy="870424"/>
      </dsp:txXfrm>
    </dsp:sp>
    <dsp:sp modelId="{C1DF6156-48FA-40A7-9B45-E1F670720728}">
      <dsp:nvSpPr>
        <dsp:cNvPr id="0" name=""/>
        <dsp:cNvSpPr/>
      </dsp:nvSpPr>
      <dsp:spPr>
        <a:xfrm>
          <a:off x="0" y="3268177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658A3-8D7F-4407-B455-B8F9A89CEBAE}">
      <dsp:nvSpPr>
        <dsp:cNvPr id="0" name=""/>
        <dsp:cNvSpPr/>
      </dsp:nvSpPr>
      <dsp:spPr>
        <a:xfrm>
          <a:off x="263303" y="3464022"/>
          <a:ext cx="478733" cy="4787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1AC99-A346-479E-8444-5AD1BBA823E1}">
      <dsp:nvSpPr>
        <dsp:cNvPr id="0" name=""/>
        <dsp:cNvSpPr/>
      </dsp:nvSpPr>
      <dsp:spPr>
        <a:xfrm>
          <a:off x="1005339" y="3268177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Apply professional customer service skills in archive settings</a:t>
          </a:r>
        </a:p>
      </dsp:txBody>
      <dsp:txXfrm>
        <a:off x="1005339" y="3268177"/>
        <a:ext cx="4900841" cy="870424"/>
      </dsp:txXfrm>
    </dsp:sp>
    <dsp:sp modelId="{870EBA41-EBA5-4D92-95E8-EA4633125D1F}">
      <dsp:nvSpPr>
        <dsp:cNvPr id="0" name=""/>
        <dsp:cNvSpPr/>
      </dsp:nvSpPr>
      <dsp:spPr>
        <a:xfrm>
          <a:off x="0" y="4356207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4055E-0FA1-493D-8390-62E81383F7E1}">
      <dsp:nvSpPr>
        <dsp:cNvPr id="0" name=""/>
        <dsp:cNvSpPr/>
      </dsp:nvSpPr>
      <dsp:spPr>
        <a:xfrm>
          <a:off x="263303" y="4552052"/>
          <a:ext cx="478733" cy="4787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9BE67-F0C0-4AF1-8F73-01BEA87F551D}">
      <dsp:nvSpPr>
        <dsp:cNvPr id="0" name=""/>
        <dsp:cNvSpPr/>
      </dsp:nvSpPr>
      <dsp:spPr>
        <a:xfrm>
          <a:off x="1005339" y="4356207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Handle challenging patron situations with confidence</a:t>
          </a:r>
        </a:p>
      </dsp:txBody>
      <dsp:txXfrm>
        <a:off x="1005339" y="4356207"/>
        <a:ext cx="4900841" cy="870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16107-F27A-674F-8BE5-850B49CD2DB8}">
      <dsp:nvSpPr>
        <dsp:cNvPr id="0" name=""/>
        <dsp:cNvSpPr/>
      </dsp:nvSpPr>
      <dsp:spPr>
        <a:xfrm>
          <a:off x="2685310" y="649957"/>
          <a:ext cx="501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60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2691" y="693017"/>
        <a:ext cx="26598" cy="5319"/>
      </dsp:txXfrm>
    </dsp:sp>
    <dsp:sp modelId="{6D986472-0B81-B740-ABA0-0402E1717A10}">
      <dsp:nvSpPr>
        <dsp:cNvPr id="0" name=""/>
        <dsp:cNvSpPr/>
      </dsp:nvSpPr>
      <dsp:spPr>
        <a:xfrm>
          <a:off x="374240" y="1816"/>
          <a:ext cx="2312869" cy="1387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33" tIns="118962" rIns="113333" bIns="11896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" panose="02040502050405020303" pitchFamily="18" charset="0"/>
            </a:rPr>
            <a:t>Initial Consultation</a:t>
          </a:r>
          <a:r>
            <a:rPr lang="en-US" sz="18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 Discuss research goals and topics</a:t>
          </a:r>
        </a:p>
      </dsp:txBody>
      <dsp:txXfrm>
        <a:off x="374240" y="1816"/>
        <a:ext cx="2312869" cy="1387721"/>
      </dsp:txXfrm>
    </dsp:sp>
    <dsp:sp modelId="{BE260DD7-F749-2749-BAFC-C6CCE9D5B013}">
      <dsp:nvSpPr>
        <dsp:cNvPr id="0" name=""/>
        <dsp:cNvSpPr/>
      </dsp:nvSpPr>
      <dsp:spPr>
        <a:xfrm>
          <a:off x="1530675" y="1387738"/>
          <a:ext cx="2844829" cy="501360"/>
        </a:xfrm>
        <a:custGeom>
          <a:avLst/>
          <a:gdLst/>
          <a:ahLst/>
          <a:cxnLst/>
          <a:rect l="0" t="0" r="0" b="0"/>
          <a:pathLst>
            <a:path>
              <a:moveTo>
                <a:pt x="2844829" y="0"/>
              </a:moveTo>
              <a:lnTo>
                <a:pt x="2844829" y="267780"/>
              </a:lnTo>
              <a:lnTo>
                <a:pt x="0" y="267780"/>
              </a:lnTo>
              <a:lnTo>
                <a:pt x="0" y="501360"/>
              </a:lnTo>
            </a:path>
          </a:pathLst>
        </a:custGeom>
        <a:noFill/>
        <a:ln w="6350" cap="flat" cmpd="sng" algn="ctr">
          <a:solidFill>
            <a:schemeClr val="accent2">
              <a:hueOff val="-441124"/>
              <a:satOff val="497"/>
              <a:lumOff val="117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0737" y="1635758"/>
        <a:ext cx="144706" cy="5319"/>
      </dsp:txXfrm>
    </dsp:sp>
    <dsp:sp modelId="{420A3FF7-E156-8942-8B5E-817BA8CAEB95}">
      <dsp:nvSpPr>
        <dsp:cNvPr id="0" name=""/>
        <dsp:cNvSpPr/>
      </dsp:nvSpPr>
      <dsp:spPr>
        <a:xfrm>
          <a:off x="3219070" y="1816"/>
          <a:ext cx="2312869" cy="1387721"/>
        </a:xfrm>
        <a:prstGeom prst="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33" tIns="118962" rIns="113333" bIns="11896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" panose="02040502050405020303" pitchFamily="18" charset="0"/>
            </a:rPr>
            <a:t>Collection Assessment</a:t>
          </a:r>
          <a:r>
            <a:rPr lang="en-US" sz="18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 Identify relevant holdings</a:t>
          </a:r>
        </a:p>
      </dsp:txBody>
      <dsp:txXfrm>
        <a:off x="3219070" y="1816"/>
        <a:ext cx="2312869" cy="1387721"/>
      </dsp:txXfrm>
    </dsp:sp>
    <dsp:sp modelId="{B47A8DAF-55E7-9F47-BA55-BB00B3A6DA3B}">
      <dsp:nvSpPr>
        <dsp:cNvPr id="0" name=""/>
        <dsp:cNvSpPr/>
      </dsp:nvSpPr>
      <dsp:spPr>
        <a:xfrm>
          <a:off x="2685310" y="2569639"/>
          <a:ext cx="501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1360" y="45720"/>
              </a:lnTo>
            </a:path>
          </a:pathLst>
        </a:custGeom>
        <a:noFill/>
        <a:ln w="6350" cap="flat" cmpd="sng" algn="ctr">
          <a:solidFill>
            <a:schemeClr val="accent2">
              <a:hueOff val="-882249"/>
              <a:satOff val="995"/>
              <a:lumOff val="23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2691" y="2612699"/>
        <a:ext cx="26598" cy="5319"/>
      </dsp:txXfrm>
    </dsp:sp>
    <dsp:sp modelId="{6DB4FDCE-BB7D-D845-9BD0-E09859A52664}">
      <dsp:nvSpPr>
        <dsp:cNvPr id="0" name=""/>
        <dsp:cNvSpPr/>
      </dsp:nvSpPr>
      <dsp:spPr>
        <a:xfrm>
          <a:off x="374240" y="1921498"/>
          <a:ext cx="2312869" cy="1387721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33" tIns="118962" rIns="113333" bIns="11896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" panose="02040502050405020303" pitchFamily="18" charset="0"/>
            </a:rPr>
            <a:t>Finding Aid Review</a:t>
          </a:r>
          <a:r>
            <a:rPr lang="en-US" sz="1800" kern="1200" dirty="0">
              <a:latin typeface="Georgia" panose="02040502050405020303" pitchFamily="18" charset="0"/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Walk through relevant finding aids</a:t>
          </a:r>
        </a:p>
      </dsp:txBody>
      <dsp:txXfrm>
        <a:off x="374240" y="1921498"/>
        <a:ext cx="2312869" cy="1387721"/>
      </dsp:txXfrm>
    </dsp:sp>
    <dsp:sp modelId="{286824CC-6843-344F-AAAC-0CFF3C315B2D}">
      <dsp:nvSpPr>
        <dsp:cNvPr id="0" name=""/>
        <dsp:cNvSpPr/>
      </dsp:nvSpPr>
      <dsp:spPr>
        <a:xfrm>
          <a:off x="1530675" y="3307419"/>
          <a:ext cx="2844829" cy="501360"/>
        </a:xfrm>
        <a:custGeom>
          <a:avLst/>
          <a:gdLst/>
          <a:ahLst/>
          <a:cxnLst/>
          <a:rect l="0" t="0" r="0" b="0"/>
          <a:pathLst>
            <a:path>
              <a:moveTo>
                <a:pt x="2844829" y="0"/>
              </a:moveTo>
              <a:lnTo>
                <a:pt x="2844829" y="267780"/>
              </a:lnTo>
              <a:lnTo>
                <a:pt x="0" y="267780"/>
              </a:lnTo>
              <a:lnTo>
                <a:pt x="0" y="501360"/>
              </a:lnTo>
            </a:path>
          </a:pathLst>
        </a:custGeom>
        <a:noFill/>
        <a:ln w="6350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80737" y="3555440"/>
        <a:ext cx="144706" cy="5319"/>
      </dsp:txXfrm>
    </dsp:sp>
    <dsp:sp modelId="{3F342FD9-1ED6-8A48-A570-ACE9D1FE2DAD}">
      <dsp:nvSpPr>
        <dsp:cNvPr id="0" name=""/>
        <dsp:cNvSpPr/>
      </dsp:nvSpPr>
      <dsp:spPr>
        <a:xfrm>
          <a:off x="3219070" y="1921498"/>
          <a:ext cx="2312869" cy="1387721"/>
        </a:xfrm>
        <a:prstGeom prst="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33" tIns="118962" rIns="113333" bIns="11896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" panose="02040502050405020303" pitchFamily="18" charset="0"/>
            </a:rPr>
            <a:t>Material Retrieval</a:t>
          </a:r>
          <a:r>
            <a:rPr lang="en-US" sz="1800" kern="1200" dirty="0">
              <a:latin typeface="Georgia" panose="02040502050405020303" pitchFamily="18" charset="0"/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Explain request procedures</a:t>
          </a:r>
        </a:p>
      </dsp:txBody>
      <dsp:txXfrm>
        <a:off x="3219070" y="1921498"/>
        <a:ext cx="2312869" cy="1387721"/>
      </dsp:txXfrm>
    </dsp:sp>
    <dsp:sp modelId="{1EC99DE8-15AB-244E-9836-C51FFA0145A5}">
      <dsp:nvSpPr>
        <dsp:cNvPr id="0" name=""/>
        <dsp:cNvSpPr/>
      </dsp:nvSpPr>
      <dsp:spPr>
        <a:xfrm>
          <a:off x="374240" y="3841179"/>
          <a:ext cx="2312869" cy="1387721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333" tIns="118962" rIns="113333" bIns="11896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Georgia" panose="02040502050405020303" pitchFamily="18" charset="0"/>
            </a:rPr>
            <a:t>Research Space Tour</a:t>
          </a:r>
          <a:r>
            <a:rPr lang="en-US" sz="1800" kern="1200" dirty="0">
              <a:latin typeface="Georgia" panose="02040502050405020303" pitchFamily="18" charset="0"/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Georgia" panose="02040502050405020303" pitchFamily="18" charset="0"/>
            </a:rPr>
            <a:t>Orient to facilities and policies</a:t>
          </a:r>
        </a:p>
      </dsp:txBody>
      <dsp:txXfrm>
        <a:off x="374240" y="3841179"/>
        <a:ext cx="2312869" cy="13877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C19FC-159A-48F5-A76D-15D71F1CC2A1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B3467-33A2-4237-BDF6-A953915B24BB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9419B-AD3D-4EA4-8E48-861DF1A73E20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Catalog Search Techniques</a:t>
          </a:r>
          <a:r>
            <a:rPr lang="en-US" sz="19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Boolean operators, field searching, filters</a:t>
          </a:r>
        </a:p>
      </dsp:txBody>
      <dsp:txXfrm>
        <a:off x="1270834" y="2170"/>
        <a:ext cx="4635346" cy="1100289"/>
      </dsp:txXfrm>
    </dsp:sp>
    <dsp:sp modelId="{F932CF0B-91DF-40F7-A263-AA3708CF32BB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1E4C7-E99C-457C-BF64-6A3A6988A0AF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CD0FC-98AC-41D5-ADDB-DC906C54091C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Database Navigation</a:t>
          </a:r>
          <a:r>
            <a:rPr lang="en-US" sz="19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Moving between records, saving searches</a:t>
          </a:r>
        </a:p>
      </dsp:txBody>
      <dsp:txXfrm>
        <a:off x="1270834" y="1377533"/>
        <a:ext cx="4635346" cy="1100289"/>
      </dsp:txXfrm>
    </dsp:sp>
    <dsp:sp modelId="{475D0134-3DAA-4E6D-99AF-13B288CF3C92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29C4D-016C-4B4D-8257-77AC066CB9CA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910E8-84EA-4770-920E-95945C269B86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Digital Collections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Accessing online materials and metadata</a:t>
          </a:r>
        </a:p>
      </dsp:txBody>
      <dsp:txXfrm>
        <a:off x="1270834" y="2752895"/>
        <a:ext cx="4635346" cy="1100289"/>
      </dsp:txXfrm>
    </dsp:sp>
    <dsp:sp modelId="{DC9FDB6C-FBDF-4537-B43D-D7A26F2555FE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126AF-A663-4297-8C67-431A5EEDBF45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E58F4-27D2-47D0-AB5B-290743524ECA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Cross-Platform Searching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Using multiple databases effectively</a:t>
          </a:r>
        </a:p>
      </dsp:txBody>
      <dsp:txXfrm>
        <a:off x="1270834" y="4128257"/>
        <a:ext cx="4635346" cy="1100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036FE-4244-4936-A6A2-24C2B4C56F29}">
      <dsp:nvSpPr>
        <dsp:cNvPr id="0" name=""/>
        <dsp:cNvSpPr/>
      </dsp:nvSpPr>
      <dsp:spPr>
        <a:xfrm>
          <a:off x="774129" y="600826"/>
          <a:ext cx="1255425" cy="1255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76669-3C71-4819-8B77-2E35269F8604}">
      <dsp:nvSpPr>
        <dsp:cNvPr id="0" name=""/>
        <dsp:cNvSpPr/>
      </dsp:nvSpPr>
      <dsp:spPr>
        <a:xfrm>
          <a:off x="1041679" y="868375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A33CD-1F7C-44CA-B81D-576F818B7581}">
      <dsp:nvSpPr>
        <dsp:cNvPr id="0" name=""/>
        <dsp:cNvSpPr/>
      </dsp:nvSpPr>
      <dsp:spPr>
        <a:xfrm>
          <a:off x="372805" y="2247286"/>
          <a:ext cx="205807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Basic Computer Skills</a:t>
          </a:r>
          <a:r>
            <a:rPr lang="en-US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File management, printing, saving</a:t>
          </a:r>
        </a:p>
      </dsp:txBody>
      <dsp:txXfrm>
        <a:off x="372805" y="2247286"/>
        <a:ext cx="2058075" cy="877500"/>
      </dsp:txXfrm>
    </dsp:sp>
    <dsp:sp modelId="{BED830DD-FEF8-417E-9036-C730419896EF}">
      <dsp:nvSpPr>
        <dsp:cNvPr id="0" name=""/>
        <dsp:cNvSpPr/>
      </dsp:nvSpPr>
      <dsp:spPr>
        <a:xfrm>
          <a:off x="3192368" y="600826"/>
          <a:ext cx="1255425" cy="12554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7A2BA-52E2-451D-8265-3323FD19C578}">
      <dsp:nvSpPr>
        <dsp:cNvPr id="0" name=""/>
        <dsp:cNvSpPr/>
      </dsp:nvSpPr>
      <dsp:spPr>
        <a:xfrm>
          <a:off x="3459917" y="868375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C2D0D-F014-4D4C-BB67-FEEA46945020}">
      <dsp:nvSpPr>
        <dsp:cNvPr id="0" name=""/>
        <dsp:cNvSpPr/>
      </dsp:nvSpPr>
      <dsp:spPr>
        <a:xfrm>
          <a:off x="2791043" y="2247286"/>
          <a:ext cx="205807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Digital Camera/Scanner Use</a:t>
          </a:r>
          <a:r>
            <a:rPr lang="en-U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Reproducing archival materials</a:t>
          </a:r>
        </a:p>
      </dsp:txBody>
      <dsp:txXfrm>
        <a:off x="2791043" y="2247286"/>
        <a:ext cx="2058075" cy="877500"/>
      </dsp:txXfrm>
    </dsp:sp>
    <dsp:sp modelId="{CA0923CF-AB97-4DA8-AD54-B5E60A715A59}">
      <dsp:nvSpPr>
        <dsp:cNvPr id="0" name=""/>
        <dsp:cNvSpPr/>
      </dsp:nvSpPr>
      <dsp:spPr>
        <a:xfrm>
          <a:off x="5610606" y="600826"/>
          <a:ext cx="1255425" cy="12554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73D0A-7AD3-4C3A-8B33-94591BE8C123}">
      <dsp:nvSpPr>
        <dsp:cNvPr id="0" name=""/>
        <dsp:cNvSpPr/>
      </dsp:nvSpPr>
      <dsp:spPr>
        <a:xfrm>
          <a:off x="5878155" y="868375"/>
          <a:ext cx="720326" cy="720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83C99-9474-4E62-A9D6-F91C3C1F0FFD}">
      <dsp:nvSpPr>
        <dsp:cNvPr id="0" name=""/>
        <dsp:cNvSpPr/>
      </dsp:nvSpPr>
      <dsp:spPr>
        <a:xfrm>
          <a:off x="5209281" y="2247286"/>
          <a:ext cx="205807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Online Research</a:t>
          </a:r>
          <a:r>
            <a:rPr lang="en-U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Database searching, digital collections</a:t>
          </a:r>
        </a:p>
      </dsp:txBody>
      <dsp:txXfrm>
        <a:off x="5209281" y="2247286"/>
        <a:ext cx="2058075" cy="877500"/>
      </dsp:txXfrm>
    </dsp:sp>
    <dsp:sp modelId="{227243C6-D26F-4EE9-83B9-F2AEE8E5152D}">
      <dsp:nvSpPr>
        <dsp:cNvPr id="0" name=""/>
        <dsp:cNvSpPr/>
      </dsp:nvSpPr>
      <dsp:spPr>
        <a:xfrm>
          <a:off x="8028844" y="600826"/>
          <a:ext cx="1255425" cy="12554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C5C48-F3F4-4784-85DA-48532B628238}">
      <dsp:nvSpPr>
        <dsp:cNvPr id="0" name=""/>
        <dsp:cNvSpPr/>
      </dsp:nvSpPr>
      <dsp:spPr>
        <a:xfrm>
          <a:off x="8296394" y="868375"/>
          <a:ext cx="720326" cy="720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ED8D9-4FE1-4AE4-9B1E-3F92A99C801B}">
      <dsp:nvSpPr>
        <dsp:cNvPr id="0" name=""/>
        <dsp:cNvSpPr/>
      </dsp:nvSpPr>
      <dsp:spPr>
        <a:xfrm>
          <a:off x="7627519" y="2247286"/>
          <a:ext cx="2058075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Equipment Troubleshooting</a:t>
          </a:r>
          <a:r>
            <a:rPr lang="en-U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Basic technical support</a:t>
          </a:r>
        </a:p>
      </dsp:txBody>
      <dsp:txXfrm>
        <a:off x="7627519" y="2247286"/>
        <a:ext cx="2058075" cy="877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8FFD6-5DD6-E641-A336-B49683EA0022}">
      <dsp:nvSpPr>
        <dsp:cNvPr id="0" name=""/>
        <dsp:cNvSpPr/>
      </dsp:nvSpPr>
      <dsp:spPr>
        <a:xfrm>
          <a:off x="0" y="1758"/>
          <a:ext cx="5906181" cy="1235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Georgia" panose="02040502050405020303" pitchFamily="18" charset="0"/>
            </a:rPr>
            <a:t>Why some materials may not be available digitally</a:t>
          </a:r>
        </a:p>
      </dsp:txBody>
      <dsp:txXfrm>
        <a:off x="60313" y="62071"/>
        <a:ext cx="5785555" cy="1114894"/>
      </dsp:txXfrm>
    </dsp:sp>
    <dsp:sp modelId="{5C1E3256-E6B2-D248-AAA0-4C7F89CE099E}">
      <dsp:nvSpPr>
        <dsp:cNvPr id="0" name=""/>
        <dsp:cNvSpPr/>
      </dsp:nvSpPr>
      <dsp:spPr>
        <a:xfrm>
          <a:off x="0" y="1332319"/>
          <a:ext cx="5906181" cy="1235520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Georgia" panose="02040502050405020303" pitchFamily="18" charset="0"/>
            </a:rPr>
            <a:t>Copyright and use restrictions</a:t>
          </a:r>
        </a:p>
      </dsp:txBody>
      <dsp:txXfrm>
        <a:off x="60313" y="1392632"/>
        <a:ext cx="5785555" cy="1114894"/>
      </dsp:txXfrm>
    </dsp:sp>
    <dsp:sp modelId="{50E0BDC4-D0C9-B647-9657-7AF090784114}">
      <dsp:nvSpPr>
        <dsp:cNvPr id="0" name=""/>
        <dsp:cNvSpPr/>
      </dsp:nvSpPr>
      <dsp:spPr>
        <a:xfrm>
          <a:off x="0" y="2662879"/>
          <a:ext cx="5906181" cy="1235520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Georgia" panose="02040502050405020303" pitchFamily="18" charset="0"/>
            </a:rPr>
            <a:t>Quality standards for digital reproduction</a:t>
          </a:r>
        </a:p>
      </dsp:txBody>
      <dsp:txXfrm>
        <a:off x="60313" y="2723192"/>
        <a:ext cx="5785555" cy="1114894"/>
      </dsp:txXfrm>
    </dsp:sp>
    <dsp:sp modelId="{9A9E39FA-293B-BD47-A297-5E0E9662A29C}">
      <dsp:nvSpPr>
        <dsp:cNvPr id="0" name=""/>
        <dsp:cNvSpPr/>
      </dsp:nvSpPr>
      <dsp:spPr>
        <a:xfrm>
          <a:off x="0" y="3993439"/>
          <a:ext cx="5906181" cy="1235520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Georgia" panose="02040502050405020303" pitchFamily="18" charset="0"/>
            </a:rPr>
            <a:t>Long-term preservation considerations</a:t>
          </a:r>
        </a:p>
      </dsp:txBody>
      <dsp:txXfrm>
        <a:off x="60313" y="4053752"/>
        <a:ext cx="5785555" cy="11148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D9F8C-19A1-4059-B460-C4005D1B3D6E}">
      <dsp:nvSpPr>
        <dsp:cNvPr id="0" name=""/>
        <dsp:cNvSpPr/>
      </dsp:nvSpPr>
      <dsp:spPr>
        <a:xfrm>
          <a:off x="1177814" y="325167"/>
          <a:ext cx="983229" cy="9832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929BF-C990-4DBE-8049-9C5927FE344F}">
      <dsp:nvSpPr>
        <dsp:cNvPr id="0" name=""/>
        <dsp:cNvSpPr/>
      </dsp:nvSpPr>
      <dsp:spPr>
        <a:xfrm>
          <a:off x="576952" y="1622239"/>
          <a:ext cx="21849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 hands-on practice with all patron-facing systems</a:t>
          </a:r>
        </a:p>
      </dsp:txBody>
      <dsp:txXfrm>
        <a:off x="576952" y="1622239"/>
        <a:ext cx="2184954" cy="720000"/>
      </dsp:txXfrm>
    </dsp:sp>
    <dsp:sp modelId="{8E83DC13-29FF-4AE6-97CB-94B1D1E8EE11}">
      <dsp:nvSpPr>
        <dsp:cNvPr id="0" name=""/>
        <dsp:cNvSpPr/>
      </dsp:nvSpPr>
      <dsp:spPr>
        <a:xfrm>
          <a:off x="3745136" y="325167"/>
          <a:ext cx="983229" cy="9832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6DD0B-1BAA-4E59-9D76-1FB886136D57}">
      <dsp:nvSpPr>
        <dsp:cNvPr id="0" name=""/>
        <dsp:cNvSpPr/>
      </dsp:nvSpPr>
      <dsp:spPr>
        <a:xfrm>
          <a:off x="3144274" y="1622239"/>
          <a:ext cx="21849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quick reference guides for common tasks</a:t>
          </a:r>
        </a:p>
      </dsp:txBody>
      <dsp:txXfrm>
        <a:off x="3144274" y="1622239"/>
        <a:ext cx="2184954" cy="720000"/>
      </dsp:txXfrm>
    </dsp:sp>
    <dsp:sp modelId="{3175B3AE-98D1-4C39-B687-632764B01DE2}">
      <dsp:nvSpPr>
        <dsp:cNvPr id="0" name=""/>
        <dsp:cNvSpPr/>
      </dsp:nvSpPr>
      <dsp:spPr>
        <a:xfrm>
          <a:off x="1177814" y="2888478"/>
          <a:ext cx="983229" cy="9832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78696-AF8A-460C-94DC-76A279765CC4}">
      <dsp:nvSpPr>
        <dsp:cNvPr id="0" name=""/>
        <dsp:cNvSpPr/>
      </dsp:nvSpPr>
      <dsp:spPr>
        <a:xfrm>
          <a:off x="576952" y="4185550"/>
          <a:ext cx="21849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Establish protocols for technical difficulties</a:t>
          </a:r>
        </a:p>
      </dsp:txBody>
      <dsp:txXfrm>
        <a:off x="576952" y="4185550"/>
        <a:ext cx="2184954" cy="720000"/>
      </dsp:txXfrm>
    </dsp:sp>
    <dsp:sp modelId="{D741A13E-C934-4FBE-B48F-AB8A76DAD3E1}">
      <dsp:nvSpPr>
        <dsp:cNvPr id="0" name=""/>
        <dsp:cNvSpPr/>
      </dsp:nvSpPr>
      <dsp:spPr>
        <a:xfrm>
          <a:off x="3745136" y="2888478"/>
          <a:ext cx="983229" cy="9832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B6DF9-3690-4301-B609-8B6576322836}">
      <dsp:nvSpPr>
        <dsp:cNvPr id="0" name=""/>
        <dsp:cNvSpPr/>
      </dsp:nvSpPr>
      <dsp:spPr>
        <a:xfrm>
          <a:off x="3144274" y="4185550"/>
          <a:ext cx="21849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Maintain updated equipment and software</a:t>
          </a:r>
        </a:p>
      </dsp:txBody>
      <dsp:txXfrm>
        <a:off x="3144274" y="4185550"/>
        <a:ext cx="2184954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90D70-E049-AB48-AD66-91EE56E89D05}">
      <dsp:nvSpPr>
        <dsp:cNvPr id="0" name=""/>
        <dsp:cNvSpPr/>
      </dsp:nvSpPr>
      <dsp:spPr>
        <a:xfrm>
          <a:off x="447913" y="1658"/>
          <a:ext cx="2863304" cy="17179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latin typeface="Georgia" panose="02040502050405020303" pitchFamily="18" charset="0"/>
            </a:rPr>
            <a:t>Physical Disabilities: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latin typeface="Georgia" panose="02040502050405020303" pitchFamily="18" charset="0"/>
            </a:rPr>
            <a:t> </a:t>
          </a:r>
          <a:r>
            <a:rPr lang="en-US" sz="2200" kern="1200" dirty="0">
              <a:latin typeface="Georgia" panose="02040502050405020303" pitchFamily="18" charset="0"/>
            </a:rPr>
            <a:t>Mobility challenges, wheelchair access</a:t>
          </a:r>
        </a:p>
      </dsp:txBody>
      <dsp:txXfrm>
        <a:off x="447913" y="1658"/>
        <a:ext cx="2863304" cy="1717982"/>
      </dsp:txXfrm>
    </dsp:sp>
    <dsp:sp modelId="{C94DCBC2-5925-5A49-92A7-960545D56C28}">
      <dsp:nvSpPr>
        <dsp:cNvPr id="0" name=""/>
        <dsp:cNvSpPr/>
      </dsp:nvSpPr>
      <dsp:spPr>
        <a:xfrm>
          <a:off x="3597547" y="1658"/>
          <a:ext cx="2863304" cy="17179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eorgia" panose="02040502050405020303" pitchFamily="18" charset="0"/>
            </a:rPr>
            <a:t>Visual Impairments</a:t>
          </a:r>
          <a:r>
            <a:rPr lang="en-US" sz="22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Georgia" panose="02040502050405020303" pitchFamily="18" charset="0"/>
            </a:rPr>
            <a:t> Magnification needs, screen readers</a:t>
          </a:r>
        </a:p>
      </dsp:txBody>
      <dsp:txXfrm>
        <a:off x="3597547" y="1658"/>
        <a:ext cx="2863304" cy="1717982"/>
      </dsp:txXfrm>
    </dsp:sp>
    <dsp:sp modelId="{1D958A9C-923B-CA4C-9E72-32B9DAA4EF56}">
      <dsp:nvSpPr>
        <dsp:cNvPr id="0" name=""/>
        <dsp:cNvSpPr/>
      </dsp:nvSpPr>
      <dsp:spPr>
        <a:xfrm>
          <a:off x="6747182" y="1658"/>
          <a:ext cx="2863304" cy="17179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eorgia" panose="02040502050405020303" pitchFamily="18" charset="0"/>
            </a:rPr>
            <a:t>Hearing Impairments</a:t>
          </a:r>
          <a:r>
            <a:rPr lang="en-US" sz="22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Georgia" panose="02040502050405020303" pitchFamily="18" charset="0"/>
            </a:rPr>
            <a:t> Communication accommodations</a:t>
          </a:r>
        </a:p>
      </dsp:txBody>
      <dsp:txXfrm>
        <a:off x="6747182" y="1658"/>
        <a:ext cx="2863304" cy="1717982"/>
      </dsp:txXfrm>
    </dsp:sp>
    <dsp:sp modelId="{D5586BB4-CE4C-804F-82D5-F21389FC1C2E}">
      <dsp:nvSpPr>
        <dsp:cNvPr id="0" name=""/>
        <dsp:cNvSpPr/>
      </dsp:nvSpPr>
      <dsp:spPr>
        <a:xfrm>
          <a:off x="2022730" y="2005971"/>
          <a:ext cx="2863304" cy="17179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eorgia" panose="02040502050405020303" pitchFamily="18" charset="0"/>
            </a:rPr>
            <a:t>Cognitive Differences</a:t>
          </a:r>
          <a:r>
            <a:rPr lang="en-US" sz="22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Georgia" panose="02040502050405020303" pitchFamily="18" charset="0"/>
            </a:rPr>
            <a:t> Processing time, instruction clarity</a:t>
          </a:r>
        </a:p>
      </dsp:txBody>
      <dsp:txXfrm>
        <a:off x="2022730" y="2005971"/>
        <a:ext cx="2863304" cy="1717982"/>
      </dsp:txXfrm>
    </dsp:sp>
    <dsp:sp modelId="{EC7134FA-F221-3A4E-A585-8071B6F1E3F0}">
      <dsp:nvSpPr>
        <dsp:cNvPr id="0" name=""/>
        <dsp:cNvSpPr/>
      </dsp:nvSpPr>
      <dsp:spPr>
        <a:xfrm>
          <a:off x="5172365" y="2005971"/>
          <a:ext cx="2863304" cy="171798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Georgia" panose="02040502050405020303" pitchFamily="18" charset="0"/>
            </a:rPr>
            <a:t>Temporary Limitations</a:t>
          </a:r>
          <a:r>
            <a:rPr lang="en-US" sz="2200" kern="1200" dirty="0">
              <a:latin typeface="Georgia" panose="02040502050405020303" pitchFamily="18" charset="0"/>
            </a:rPr>
            <a:t>: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Georgia" panose="02040502050405020303" pitchFamily="18" charset="0"/>
            </a:rPr>
            <a:t> Injuries, medical conditions</a:t>
          </a:r>
        </a:p>
      </dsp:txBody>
      <dsp:txXfrm>
        <a:off x="5172365" y="2005971"/>
        <a:ext cx="2863304" cy="17179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A9689-0677-44A3-8F2D-0F29A6CFA96B}">
      <dsp:nvSpPr>
        <dsp:cNvPr id="0" name=""/>
        <dsp:cNvSpPr/>
      </dsp:nvSpPr>
      <dsp:spPr>
        <a:xfrm>
          <a:off x="346324" y="281599"/>
          <a:ext cx="1074410" cy="10744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ABA92-C3DE-485B-8C1F-F8E3143D5E6A}">
      <dsp:nvSpPr>
        <dsp:cNvPr id="0" name=""/>
        <dsp:cNvSpPr/>
      </dsp:nvSpPr>
      <dsp:spPr>
        <a:xfrm>
          <a:off x="575297" y="510571"/>
          <a:ext cx="616464" cy="6164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8736F-C146-4028-8337-C2FEEB043A63}">
      <dsp:nvSpPr>
        <dsp:cNvPr id="0" name=""/>
        <dsp:cNvSpPr/>
      </dsp:nvSpPr>
      <dsp:spPr>
        <a:xfrm>
          <a:off x="2865" y="1690661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Use person-first language</a:t>
          </a:r>
        </a:p>
      </dsp:txBody>
      <dsp:txXfrm>
        <a:off x="2865" y="1690661"/>
        <a:ext cx="1761328" cy="704531"/>
      </dsp:txXfrm>
    </dsp:sp>
    <dsp:sp modelId="{D50F5E3D-FE04-4992-A010-85C2C79CDC41}">
      <dsp:nvSpPr>
        <dsp:cNvPr id="0" name=""/>
        <dsp:cNvSpPr/>
      </dsp:nvSpPr>
      <dsp:spPr>
        <a:xfrm>
          <a:off x="2415885" y="281599"/>
          <a:ext cx="1074410" cy="10744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431C0-1612-41FF-84AE-14AE1A9FF276}">
      <dsp:nvSpPr>
        <dsp:cNvPr id="0" name=""/>
        <dsp:cNvSpPr/>
      </dsp:nvSpPr>
      <dsp:spPr>
        <a:xfrm>
          <a:off x="2644858" y="510571"/>
          <a:ext cx="616464" cy="6164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05068-69A7-4C6E-BB92-2B4B55187A66}">
      <dsp:nvSpPr>
        <dsp:cNvPr id="0" name=""/>
        <dsp:cNvSpPr/>
      </dsp:nvSpPr>
      <dsp:spPr>
        <a:xfrm>
          <a:off x="2072426" y="1690661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Ask before providing assistance</a:t>
          </a:r>
        </a:p>
      </dsp:txBody>
      <dsp:txXfrm>
        <a:off x="2072426" y="1690661"/>
        <a:ext cx="1761328" cy="704531"/>
      </dsp:txXfrm>
    </dsp:sp>
    <dsp:sp modelId="{BA31568F-0E25-4179-8AC5-E8D52A189031}">
      <dsp:nvSpPr>
        <dsp:cNvPr id="0" name=""/>
        <dsp:cNvSpPr/>
      </dsp:nvSpPr>
      <dsp:spPr>
        <a:xfrm>
          <a:off x="4485445" y="281599"/>
          <a:ext cx="1074410" cy="10744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B6895-F067-4A1B-B577-3A3F8EE9E9C3}">
      <dsp:nvSpPr>
        <dsp:cNvPr id="0" name=""/>
        <dsp:cNvSpPr/>
      </dsp:nvSpPr>
      <dsp:spPr>
        <a:xfrm>
          <a:off x="4714418" y="510571"/>
          <a:ext cx="616464" cy="6164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65057-28FA-46ED-86AF-FC9C95D1B1AB}">
      <dsp:nvSpPr>
        <dsp:cNvPr id="0" name=""/>
        <dsp:cNvSpPr/>
      </dsp:nvSpPr>
      <dsp:spPr>
        <a:xfrm>
          <a:off x="4141986" y="1690661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Respect assistive devices and personal space</a:t>
          </a:r>
        </a:p>
      </dsp:txBody>
      <dsp:txXfrm>
        <a:off x="4141986" y="1690661"/>
        <a:ext cx="1761328" cy="704531"/>
      </dsp:txXfrm>
    </dsp:sp>
    <dsp:sp modelId="{152C7EB9-C67C-403F-8F19-B527048501BE}">
      <dsp:nvSpPr>
        <dsp:cNvPr id="0" name=""/>
        <dsp:cNvSpPr/>
      </dsp:nvSpPr>
      <dsp:spPr>
        <a:xfrm>
          <a:off x="346324" y="2835525"/>
          <a:ext cx="1074410" cy="10744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DE032-9999-4593-B496-56C44474551A}">
      <dsp:nvSpPr>
        <dsp:cNvPr id="0" name=""/>
        <dsp:cNvSpPr/>
      </dsp:nvSpPr>
      <dsp:spPr>
        <a:xfrm>
          <a:off x="575297" y="3064497"/>
          <a:ext cx="616464" cy="6164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A0D3C-BBEB-4600-A9FD-7FFFE89893EF}">
      <dsp:nvSpPr>
        <dsp:cNvPr id="0" name=""/>
        <dsp:cNvSpPr/>
      </dsp:nvSpPr>
      <dsp:spPr>
        <a:xfrm>
          <a:off x="2865" y="4244587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Offer multiple communication methods</a:t>
          </a:r>
        </a:p>
      </dsp:txBody>
      <dsp:txXfrm>
        <a:off x="2865" y="4244587"/>
        <a:ext cx="1761328" cy="704531"/>
      </dsp:txXfrm>
    </dsp:sp>
    <dsp:sp modelId="{328F6549-23A8-4DFC-9116-72611ED6CC6C}">
      <dsp:nvSpPr>
        <dsp:cNvPr id="0" name=""/>
        <dsp:cNvSpPr/>
      </dsp:nvSpPr>
      <dsp:spPr>
        <a:xfrm>
          <a:off x="2415885" y="2835525"/>
          <a:ext cx="1074410" cy="107441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03B99-0BA4-4260-9792-80A62782E05F}">
      <dsp:nvSpPr>
        <dsp:cNvPr id="0" name=""/>
        <dsp:cNvSpPr/>
      </dsp:nvSpPr>
      <dsp:spPr>
        <a:xfrm>
          <a:off x="2644858" y="3064497"/>
          <a:ext cx="616464" cy="6164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21F74-A5CB-44D7-910A-241C19D19143}">
      <dsp:nvSpPr>
        <dsp:cNvPr id="0" name=""/>
        <dsp:cNvSpPr/>
      </dsp:nvSpPr>
      <dsp:spPr>
        <a:xfrm>
          <a:off x="2072426" y="4244587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Provide extra time when needed</a:t>
          </a:r>
        </a:p>
      </dsp:txBody>
      <dsp:txXfrm>
        <a:off x="2072426" y="4244587"/>
        <a:ext cx="1761328" cy="704531"/>
      </dsp:txXfrm>
    </dsp:sp>
    <dsp:sp modelId="{95A79237-A212-4F9C-AAE0-EAFD8FC2BD24}">
      <dsp:nvSpPr>
        <dsp:cNvPr id="0" name=""/>
        <dsp:cNvSpPr/>
      </dsp:nvSpPr>
      <dsp:spPr>
        <a:xfrm>
          <a:off x="4485445" y="2835525"/>
          <a:ext cx="1074410" cy="10744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18E52-D6BC-46DA-945E-B21BFEFA1C0B}">
      <dsp:nvSpPr>
        <dsp:cNvPr id="0" name=""/>
        <dsp:cNvSpPr/>
      </dsp:nvSpPr>
      <dsp:spPr>
        <a:xfrm>
          <a:off x="4714418" y="3064497"/>
          <a:ext cx="616464" cy="61646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AB297-2F0A-4569-B549-155032915AF2}">
      <dsp:nvSpPr>
        <dsp:cNvPr id="0" name=""/>
        <dsp:cNvSpPr/>
      </dsp:nvSpPr>
      <dsp:spPr>
        <a:xfrm>
          <a:off x="4141986" y="4244587"/>
          <a:ext cx="1761328" cy="70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Create welcoming, non-judgmental environments</a:t>
          </a:r>
        </a:p>
      </dsp:txBody>
      <dsp:txXfrm>
        <a:off x="4141986" y="4244587"/>
        <a:ext cx="1761328" cy="70453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372ED-ECE8-EC42-8304-3D37E8DCA366}">
      <dsp:nvSpPr>
        <dsp:cNvPr id="0" name=""/>
        <dsp:cNvSpPr/>
      </dsp:nvSpPr>
      <dsp:spPr>
        <a:xfrm>
          <a:off x="5009" y="786384"/>
          <a:ext cx="1923360" cy="577008"/>
        </a:xfrm>
        <a:prstGeom prst="rect">
          <a:avLst/>
        </a:prstGeom>
        <a:solidFill>
          <a:schemeClr val="tx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88" tIns="151988" rIns="151988" bIns="15198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" panose="02040502050405020303" pitchFamily="18" charset="0"/>
            </a:rPr>
            <a:t>Recognize</a:t>
          </a:r>
        </a:p>
      </dsp:txBody>
      <dsp:txXfrm>
        <a:off x="5009" y="786384"/>
        <a:ext cx="1923360" cy="577008"/>
      </dsp:txXfrm>
    </dsp:sp>
    <dsp:sp modelId="{7C33DEF3-1E8D-1848-89AE-67D789317382}">
      <dsp:nvSpPr>
        <dsp:cNvPr id="0" name=""/>
        <dsp:cNvSpPr/>
      </dsp:nvSpPr>
      <dsp:spPr>
        <a:xfrm>
          <a:off x="5009" y="1363392"/>
          <a:ext cx="1923360" cy="17821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985" tIns="189985" rIns="189985" bIns="189985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Georgia" panose="02040502050405020303" pitchFamily="18" charset="0"/>
            </a:rPr>
            <a:t>Recognize potential cultural barriers</a:t>
          </a:r>
        </a:p>
      </dsp:txBody>
      <dsp:txXfrm>
        <a:off x="5009" y="1363392"/>
        <a:ext cx="1923360" cy="1782143"/>
      </dsp:txXfrm>
    </dsp:sp>
    <dsp:sp modelId="{5B08F53F-3632-6346-B3D1-07C60DEAC038}">
      <dsp:nvSpPr>
        <dsp:cNvPr id="0" name=""/>
        <dsp:cNvSpPr/>
      </dsp:nvSpPr>
      <dsp:spPr>
        <a:xfrm>
          <a:off x="2036264" y="786384"/>
          <a:ext cx="1923360" cy="577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88" tIns="151988" rIns="151988" bIns="15198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" panose="02040502050405020303" pitchFamily="18" charset="0"/>
            </a:rPr>
            <a:t>Understand</a:t>
          </a:r>
        </a:p>
      </dsp:txBody>
      <dsp:txXfrm>
        <a:off x="2036264" y="786384"/>
        <a:ext cx="1923360" cy="577008"/>
      </dsp:txXfrm>
    </dsp:sp>
    <dsp:sp modelId="{05544078-EF58-1E40-8AF0-18BE1A5B0BB4}">
      <dsp:nvSpPr>
        <dsp:cNvPr id="0" name=""/>
        <dsp:cNvSpPr/>
      </dsp:nvSpPr>
      <dsp:spPr>
        <a:xfrm>
          <a:off x="2036264" y="1363392"/>
          <a:ext cx="1923360" cy="1782143"/>
        </a:xfrm>
        <a:prstGeom prst="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985" tIns="189985" rIns="189985" bIns="189985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Georgia" panose="02040502050405020303" pitchFamily="18" charset="0"/>
            </a:rPr>
            <a:t>Understand sensitive historical topics</a:t>
          </a:r>
        </a:p>
      </dsp:txBody>
      <dsp:txXfrm>
        <a:off x="2036264" y="1363392"/>
        <a:ext cx="1923360" cy="1782143"/>
      </dsp:txXfrm>
    </dsp:sp>
    <dsp:sp modelId="{F0724EBD-1D4F-4145-A4BA-DB18E3DE3D3A}">
      <dsp:nvSpPr>
        <dsp:cNvPr id="0" name=""/>
        <dsp:cNvSpPr/>
      </dsp:nvSpPr>
      <dsp:spPr>
        <a:xfrm>
          <a:off x="4067519" y="786384"/>
          <a:ext cx="1923360" cy="577008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88" tIns="151988" rIns="151988" bIns="15198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" panose="02040502050405020303" pitchFamily="18" charset="0"/>
            </a:rPr>
            <a:t>Provide</a:t>
          </a:r>
        </a:p>
      </dsp:txBody>
      <dsp:txXfrm>
        <a:off x="4067519" y="786384"/>
        <a:ext cx="1923360" cy="577008"/>
      </dsp:txXfrm>
    </dsp:sp>
    <dsp:sp modelId="{D811BDA8-9787-7645-A068-2BB50D5315BB}">
      <dsp:nvSpPr>
        <dsp:cNvPr id="0" name=""/>
        <dsp:cNvSpPr/>
      </dsp:nvSpPr>
      <dsp:spPr>
        <a:xfrm>
          <a:off x="4067519" y="1363392"/>
          <a:ext cx="1923360" cy="1782143"/>
        </a:xfrm>
        <a:prstGeom prst="rect">
          <a:avLst/>
        </a:prstGeom>
        <a:solidFill>
          <a:schemeClr val="accent4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985" tIns="189985" rIns="189985" bIns="189985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Georgia" panose="02040502050405020303" pitchFamily="18" charset="0"/>
            </a:rPr>
            <a:t>Provide context for historical materials</a:t>
          </a:r>
        </a:p>
      </dsp:txBody>
      <dsp:txXfrm>
        <a:off x="4067519" y="1363392"/>
        <a:ext cx="1923360" cy="1782143"/>
      </dsp:txXfrm>
    </dsp:sp>
    <dsp:sp modelId="{1A59755B-6271-EB4B-8B80-B0FD9DBDADD0}">
      <dsp:nvSpPr>
        <dsp:cNvPr id="0" name=""/>
        <dsp:cNvSpPr/>
      </dsp:nvSpPr>
      <dsp:spPr>
        <a:xfrm>
          <a:off x="6098774" y="786384"/>
          <a:ext cx="1923360" cy="577008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88" tIns="151988" rIns="151988" bIns="15198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" panose="02040502050405020303" pitchFamily="18" charset="0"/>
            </a:rPr>
            <a:t>Respect</a:t>
          </a:r>
        </a:p>
      </dsp:txBody>
      <dsp:txXfrm>
        <a:off x="6098774" y="786384"/>
        <a:ext cx="1923360" cy="577008"/>
      </dsp:txXfrm>
    </dsp:sp>
    <dsp:sp modelId="{7F70383C-66AA-A346-870A-57DBF6D32204}">
      <dsp:nvSpPr>
        <dsp:cNvPr id="0" name=""/>
        <dsp:cNvSpPr/>
      </dsp:nvSpPr>
      <dsp:spPr>
        <a:xfrm>
          <a:off x="6098774" y="1363392"/>
          <a:ext cx="1923360" cy="1782143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985" tIns="189985" rIns="189985" bIns="189985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Georgia" panose="02040502050405020303" pitchFamily="18" charset="0"/>
            </a:rPr>
            <a:t>Respect different research approaches</a:t>
          </a:r>
        </a:p>
      </dsp:txBody>
      <dsp:txXfrm>
        <a:off x="6098774" y="1363392"/>
        <a:ext cx="1923360" cy="1782143"/>
      </dsp:txXfrm>
    </dsp:sp>
    <dsp:sp modelId="{918D7CB9-8363-8043-AC7A-A9F193B3164B}">
      <dsp:nvSpPr>
        <dsp:cNvPr id="0" name=""/>
        <dsp:cNvSpPr/>
      </dsp:nvSpPr>
      <dsp:spPr>
        <a:xfrm>
          <a:off x="8130029" y="786384"/>
          <a:ext cx="1923360" cy="57700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988" tIns="151988" rIns="151988" bIns="15198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Georgia" panose="02040502050405020303" pitchFamily="18" charset="0"/>
            </a:rPr>
            <a:t>Acknowledge</a:t>
          </a:r>
        </a:p>
      </dsp:txBody>
      <dsp:txXfrm>
        <a:off x="8130029" y="786384"/>
        <a:ext cx="1923360" cy="577008"/>
      </dsp:txXfrm>
    </dsp:sp>
    <dsp:sp modelId="{77BB11F6-0018-A642-913F-0BF480D9F103}">
      <dsp:nvSpPr>
        <dsp:cNvPr id="0" name=""/>
        <dsp:cNvSpPr/>
      </dsp:nvSpPr>
      <dsp:spPr>
        <a:xfrm>
          <a:off x="8130029" y="1363392"/>
          <a:ext cx="1923360" cy="1782143"/>
        </a:xfrm>
        <a:prstGeom prst="rect">
          <a:avLst/>
        </a:prstGeom>
        <a:solidFill>
          <a:schemeClr val="accent6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985" tIns="189985" rIns="189985" bIns="189985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Georgia" panose="02040502050405020303" pitchFamily="18" charset="0"/>
            </a:rPr>
            <a:t>Acknowledge gaps in historical records</a:t>
          </a:r>
        </a:p>
      </dsp:txBody>
      <dsp:txXfrm>
        <a:off x="8130029" y="1363392"/>
        <a:ext cx="1923360" cy="17821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ECFDA-DED1-4900-BEEB-12D0FB5A7F9C}">
      <dsp:nvSpPr>
        <dsp:cNvPr id="0" name=""/>
        <dsp:cNvSpPr/>
      </dsp:nvSpPr>
      <dsp:spPr>
        <a:xfrm>
          <a:off x="0" y="408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6AF7F-09B4-471A-ACD8-39EAD8F70953}">
      <dsp:nvSpPr>
        <dsp:cNvPr id="0" name=""/>
        <dsp:cNvSpPr/>
      </dsp:nvSpPr>
      <dsp:spPr>
        <a:xfrm>
          <a:off x="263303" y="199931"/>
          <a:ext cx="478733" cy="47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2B2DE-4B2A-4061-BEA8-D97E430F562D}">
      <dsp:nvSpPr>
        <dsp:cNvPr id="0" name=""/>
        <dsp:cNvSpPr/>
      </dsp:nvSpPr>
      <dsp:spPr>
        <a:xfrm>
          <a:off x="1005339" y="408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Active Listening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Understanding patron needs completely</a:t>
          </a:r>
        </a:p>
      </dsp:txBody>
      <dsp:txXfrm>
        <a:off x="1005339" y="4086"/>
        <a:ext cx="4900841" cy="870424"/>
      </dsp:txXfrm>
    </dsp:sp>
    <dsp:sp modelId="{B88D5D7F-E95A-415E-9C0F-3343E354B008}">
      <dsp:nvSpPr>
        <dsp:cNvPr id="0" name=""/>
        <dsp:cNvSpPr/>
      </dsp:nvSpPr>
      <dsp:spPr>
        <a:xfrm>
          <a:off x="0" y="109211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CFE16-DD8B-498F-B29A-E987A297069E}">
      <dsp:nvSpPr>
        <dsp:cNvPr id="0" name=""/>
        <dsp:cNvSpPr/>
      </dsp:nvSpPr>
      <dsp:spPr>
        <a:xfrm>
          <a:off x="263303" y="1287962"/>
          <a:ext cx="478733" cy="47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49C10-55A3-4599-9373-B7800FBEDC5B}">
      <dsp:nvSpPr>
        <dsp:cNvPr id="0" name=""/>
        <dsp:cNvSpPr/>
      </dsp:nvSpPr>
      <dsp:spPr>
        <a:xfrm>
          <a:off x="1005339" y="109211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Clear Communication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Explaining procedures and limitations</a:t>
          </a:r>
        </a:p>
      </dsp:txBody>
      <dsp:txXfrm>
        <a:off x="1005339" y="1092116"/>
        <a:ext cx="4900841" cy="870424"/>
      </dsp:txXfrm>
    </dsp:sp>
    <dsp:sp modelId="{59F9A50F-9C5A-4EE3-B966-1A4973C92611}">
      <dsp:nvSpPr>
        <dsp:cNvPr id="0" name=""/>
        <dsp:cNvSpPr/>
      </dsp:nvSpPr>
      <dsp:spPr>
        <a:xfrm>
          <a:off x="0" y="2180146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F2B90-A3E6-4A9D-859B-78C01E7F1880}">
      <dsp:nvSpPr>
        <dsp:cNvPr id="0" name=""/>
        <dsp:cNvSpPr/>
      </dsp:nvSpPr>
      <dsp:spPr>
        <a:xfrm>
          <a:off x="263303" y="2375992"/>
          <a:ext cx="478733" cy="478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1D719-4392-471C-BA77-3B49C7338B63}">
      <dsp:nvSpPr>
        <dsp:cNvPr id="0" name=""/>
        <dsp:cNvSpPr/>
      </dsp:nvSpPr>
      <dsp:spPr>
        <a:xfrm>
          <a:off x="1005339" y="2180146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Patience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Allowing time for questions and learning</a:t>
          </a:r>
        </a:p>
      </dsp:txBody>
      <dsp:txXfrm>
        <a:off x="1005339" y="2180146"/>
        <a:ext cx="4900841" cy="870424"/>
      </dsp:txXfrm>
    </dsp:sp>
    <dsp:sp modelId="{1398A322-EFFC-4E81-B058-AE036E38141F}">
      <dsp:nvSpPr>
        <dsp:cNvPr id="0" name=""/>
        <dsp:cNvSpPr/>
      </dsp:nvSpPr>
      <dsp:spPr>
        <a:xfrm>
          <a:off x="0" y="3268177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039CF-FFDF-4FA0-8A2A-AB5340F3E1A7}">
      <dsp:nvSpPr>
        <dsp:cNvPr id="0" name=""/>
        <dsp:cNvSpPr/>
      </dsp:nvSpPr>
      <dsp:spPr>
        <a:xfrm>
          <a:off x="263303" y="3464022"/>
          <a:ext cx="478733" cy="4787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AF576-5849-4E5A-9311-1B73E91927AD}">
      <dsp:nvSpPr>
        <dsp:cNvPr id="0" name=""/>
        <dsp:cNvSpPr/>
      </dsp:nvSpPr>
      <dsp:spPr>
        <a:xfrm>
          <a:off x="1005339" y="3268177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Empathy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Recognizing research frustrations</a:t>
          </a:r>
        </a:p>
      </dsp:txBody>
      <dsp:txXfrm>
        <a:off x="1005339" y="3268177"/>
        <a:ext cx="4900841" cy="870424"/>
      </dsp:txXfrm>
    </dsp:sp>
    <dsp:sp modelId="{9DFBDCAD-1912-4307-A830-00A4937CB5A6}">
      <dsp:nvSpPr>
        <dsp:cNvPr id="0" name=""/>
        <dsp:cNvSpPr/>
      </dsp:nvSpPr>
      <dsp:spPr>
        <a:xfrm>
          <a:off x="0" y="4356207"/>
          <a:ext cx="5906181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38D33-33A2-4A19-8BF7-0C8BF9C1B00C}">
      <dsp:nvSpPr>
        <dsp:cNvPr id="0" name=""/>
        <dsp:cNvSpPr/>
      </dsp:nvSpPr>
      <dsp:spPr>
        <a:xfrm>
          <a:off x="263303" y="4552052"/>
          <a:ext cx="478733" cy="4787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B3A30-7F4B-400A-848F-E0CB784CB868}">
      <dsp:nvSpPr>
        <dsp:cNvPr id="0" name=""/>
        <dsp:cNvSpPr/>
      </dsp:nvSpPr>
      <dsp:spPr>
        <a:xfrm>
          <a:off x="1005339" y="4356207"/>
          <a:ext cx="4900841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Georgia" panose="02040502050405020303" pitchFamily="18" charset="0"/>
            </a:rPr>
            <a:t>Professionalism</a:t>
          </a:r>
          <a:r>
            <a:rPr lang="en-US" sz="19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eorgia" panose="02040502050405020303" pitchFamily="18" charset="0"/>
            </a:rPr>
            <a:t>Maintaining appropriate boundaries</a:t>
          </a:r>
        </a:p>
      </dsp:txBody>
      <dsp:txXfrm>
        <a:off x="1005339" y="4356207"/>
        <a:ext cx="4900841" cy="8704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367AF6-AFAA-4BD7-8283-87B67311BD0E}">
      <dsp:nvSpPr>
        <dsp:cNvPr id="0" name=""/>
        <dsp:cNvSpPr/>
      </dsp:nvSpPr>
      <dsp:spPr>
        <a:xfrm>
          <a:off x="348206" y="540491"/>
          <a:ext cx="1075482" cy="10754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88F42-5FB1-4B26-81E5-AB8A602958EA}">
      <dsp:nvSpPr>
        <dsp:cNvPr id="0" name=""/>
        <dsp:cNvSpPr/>
      </dsp:nvSpPr>
      <dsp:spPr>
        <a:xfrm>
          <a:off x="577408" y="769692"/>
          <a:ext cx="617080" cy="617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AF237-6BAC-4664-9A16-CA2686AE7E4B}">
      <dsp:nvSpPr>
        <dsp:cNvPr id="0" name=""/>
        <dsp:cNvSpPr/>
      </dsp:nvSpPr>
      <dsp:spPr>
        <a:xfrm>
          <a:off x="4405" y="1950960"/>
          <a:ext cx="1763085" cy="123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Unrealistic Demands</a:t>
          </a:r>
          <a:r>
            <a:rPr lang="en-US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Wanting immediate access to restricted materials</a:t>
          </a:r>
        </a:p>
      </dsp:txBody>
      <dsp:txXfrm>
        <a:off x="4405" y="1950960"/>
        <a:ext cx="1763085" cy="1234160"/>
      </dsp:txXfrm>
    </dsp:sp>
    <dsp:sp modelId="{CB75C7A1-3C1C-4BDF-A798-A446FF581E4D}">
      <dsp:nvSpPr>
        <dsp:cNvPr id="0" name=""/>
        <dsp:cNvSpPr/>
      </dsp:nvSpPr>
      <dsp:spPr>
        <a:xfrm>
          <a:off x="2419832" y="540491"/>
          <a:ext cx="1075482" cy="10754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25B27-3DC4-4158-AE8A-4736902CE6BB}">
      <dsp:nvSpPr>
        <dsp:cNvPr id="0" name=""/>
        <dsp:cNvSpPr/>
      </dsp:nvSpPr>
      <dsp:spPr>
        <a:xfrm>
          <a:off x="2649033" y="769692"/>
          <a:ext cx="617080" cy="617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23840-7391-4EB4-BD32-357E7A0FC3D1}">
      <dsp:nvSpPr>
        <dsp:cNvPr id="0" name=""/>
        <dsp:cNvSpPr/>
      </dsp:nvSpPr>
      <dsp:spPr>
        <a:xfrm>
          <a:off x="2076031" y="1950960"/>
          <a:ext cx="1763085" cy="123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Frustration with Technology</a:t>
          </a:r>
          <a:r>
            <a:rPr lang="en-US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Difficulty using digital systems</a:t>
          </a:r>
        </a:p>
      </dsp:txBody>
      <dsp:txXfrm>
        <a:off x="2076031" y="1950960"/>
        <a:ext cx="1763085" cy="1234160"/>
      </dsp:txXfrm>
    </dsp:sp>
    <dsp:sp modelId="{B2E974D3-FF8F-43EB-9535-A71EFB9B7171}">
      <dsp:nvSpPr>
        <dsp:cNvPr id="0" name=""/>
        <dsp:cNvSpPr/>
      </dsp:nvSpPr>
      <dsp:spPr>
        <a:xfrm>
          <a:off x="4491458" y="540491"/>
          <a:ext cx="1075482" cy="10754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CD319-8A76-42DC-B4B4-C57562080BEA}">
      <dsp:nvSpPr>
        <dsp:cNvPr id="0" name=""/>
        <dsp:cNvSpPr/>
      </dsp:nvSpPr>
      <dsp:spPr>
        <a:xfrm>
          <a:off x="4720659" y="769692"/>
          <a:ext cx="617080" cy="617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FFEA-AAD5-438D-9F82-E4205884F309}">
      <dsp:nvSpPr>
        <dsp:cNvPr id="0" name=""/>
        <dsp:cNvSpPr/>
      </dsp:nvSpPr>
      <dsp:spPr>
        <a:xfrm>
          <a:off x="4147657" y="1950960"/>
          <a:ext cx="1763085" cy="123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Disagreement with Policies</a:t>
          </a:r>
          <a:r>
            <a:rPr lang="en-U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Questioning access or reproduction rules</a:t>
          </a:r>
        </a:p>
      </dsp:txBody>
      <dsp:txXfrm>
        <a:off x="4147657" y="1950960"/>
        <a:ext cx="1763085" cy="1234160"/>
      </dsp:txXfrm>
    </dsp:sp>
    <dsp:sp modelId="{2CC34FFC-B369-4D25-B6CF-047CD1FE3D27}">
      <dsp:nvSpPr>
        <dsp:cNvPr id="0" name=""/>
        <dsp:cNvSpPr/>
      </dsp:nvSpPr>
      <dsp:spPr>
        <a:xfrm>
          <a:off x="6563084" y="540491"/>
          <a:ext cx="1075482" cy="10754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A6A941-5398-4160-A837-8C2CBEE04CF9}">
      <dsp:nvSpPr>
        <dsp:cNvPr id="0" name=""/>
        <dsp:cNvSpPr/>
      </dsp:nvSpPr>
      <dsp:spPr>
        <a:xfrm>
          <a:off x="6792285" y="769692"/>
          <a:ext cx="617080" cy="6170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28171-C3D0-4137-AF6A-5710FDAB279A}">
      <dsp:nvSpPr>
        <dsp:cNvPr id="0" name=""/>
        <dsp:cNvSpPr/>
      </dsp:nvSpPr>
      <dsp:spPr>
        <a:xfrm>
          <a:off x="6219283" y="1950960"/>
          <a:ext cx="1763085" cy="123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Time Pressure</a:t>
          </a:r>
          <a:r>
            <a:rPr lang="en-U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Rushed research timelines</a:t>
          </a:r>
        </a:p>
      </dsp:txBody>
      <dsp:txXfrm>
        <a:off x="6219283" y="1950960"/>
        <a:ext cx="1763085" cy="1234160"/>
      </dsp:txXfrm>
    </dsp:sp>
    <dsp:sp modelId="{37A825D2-F1D1-44D0-905B-B9A46B6AD967}">
      <dsp:nvSpPr>
        <dsp:cNvPr id="0" name=""/>
        <dsp:cNvSpPr/>
      </dsp:nvSpPr>
      <dsp:spPr>
        <a:xfrm>
          <a:off x="8634710" y="540491"/>
          <a:ext cx="1075482" cy="10754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30DEF-11D6-4F52-B1C4-F663F7C73F5F}">
      <dsp:nvSpPr>
        <dsp:cNvPr id="0" name=""/>
        <dsp:cNvSpPr/>
      </dsp:nvSpPr>
      <dsp:spPr>
        <a:xfrm>
          <a:off x="8863911" y="769692"/>
          <a:ext cx="617080" cy="6170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78F7B-B90F-4516-AB10-78E33297FA44}">
      <dsp:nvSpPr>
        <dsp:cNvPr id="0" name=""/>
        <dsp:cNvSpPr/>
      </dsp:nvSpPr>
      <dsp:spPr>
        <a:xfrm>
          <a:off x="8290908" y="1950960"/>
          <a:ext cx="1763085" cy="1234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Emotional Responses</a:t>
          </a:r>
          <a:r>
            <a:rPr lang="en-US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 Strong reactions to historical materials</a:t>
          </a:r>
        </a:p>
      </dsp:txBody>
      <dsp:txXfrm>
        <a:off x="8290908" y="1950960"/>
        <a:ext cx="1763085" cy="12341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6183B-E0A0-4CB0-8CFE-577C86CD748A}">
      <dsp:nvSpPr>
        <dsp:cNvPr id="0" name=""/>
        <dsp:cNvSpPr/>
      </dsp:nvSpPr>
      <dsp:spPr>
        <a:xfrm>
          <a:off x="344932" y="733995"/>
          <a:ext cx="812133" cy="812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70B8F-D531-4A07-B67E-02385188F15D}">
      <dsp:nvSpPr>
        <dsp:cNvPr id="0" name=""/>
        <dsp:cNvSpPr/>
      </dsp:nvSpPr>
      <dsp:spPr>
        <a:xfrm>
          <a:off x="515480" y="904543"/>
          <a:ext cx="471037" cy="4710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7DD5-E451-4B94-B207-DBED8A2D11B4}">
      <dsp:nvSpPr>
        <dsp:cNvPr id="0" name=""/>
        <dsp:cNvSpPr/>
      </dsp:nvSpPr>
      <dsp:spPr>
        <a:xfrm>
          <a:off x="1331094" y="733995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eorgia" panose="02040502050405020303" pitchFamily="18" charset="0"/>
            </a:rPr>
            <a:t>Consistent Service</a:t>
          </a:r>
          <a:r>
            <a:rPr lang="en-US" sz="14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Georgia" panose="02040502050405020303" pitchFamily="18" charset="0"/>
            </a:rPr>
            <a:t>Reliable, professional interactions</a:t>
          </a:r>
        </a:p>
      </dsp:txBody>
      <dsp:txXfrm>
        <a:off x="1331094" y="733995"/>
        <a:ext cx="1914313" cy="812133"/>
      </dsp:txXfrm>
    </dsp:sp>
    <dsp:sp modelId="{EA605AC5-0AF1-4725-99C9-B558BC401991}">
      <dsp:nvSpPr>
        <dsp:cNvPr id="0" name=""/>
        <dsp:cNvSpPr/>
      </dsp:nvSpPr>
      <dsp:spPr>
        <a:xfrm>
          <a:off x="3578962" y="733995"/>
          <a:ext cx="812133" cy="812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291AE-A1BB-444B-AD7D-D75121390C9E}">
      <dsp:nvSpPr>
        <dsp:cNvPr id="0" name=""/>
        <dsp:cNvSpPr/>
      </dsp:nvSpPr>
      <dsp:spPr>
        <a:xfrm>
          <a:off x="3749510" y="904543"/>
          <a:ext cx="471037" cy="4710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878E2-677B-46F0-AABD-F8FD16B9A3BE}">
      <dsp:nvSpPr>
        <dsp:cNvPr id="0" name=""/>
        <dsp:cNvSpPr/>
      </dsp:nvSpPr>
      <dsp:spPr>
        <a:xfrm>
          <a:off x="4565123" y="733995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eorgia" panose="02040502050405020303" pitchFamily="18" charset="0"/>
            </a:rPr>
            <a:t>Personal Interest</a:t>
          </a:r>
          <a:r>
            <a:rPr lang="en-US" sz="14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Georgia" panose="02040502050405020303" pitchFamily="18" charset="0"/>
            </a:rPr>
            <a:t>Showing genuine enthusiasm for their research</a:t>
          </a:r>
        </a:p>
      </dsp:txBody>
      <dsp:txXfrm>
        <a:off x="4565123" y="733995"/>
        <a:ext cx="1914313" cy="812133"/>
      </dsp:txXfrm>
    </dsp:sp>
    <dsp:sp modelId="{A694387F-64B8-4065-9D98-74FEF0415526}">
      <dsp:nvSpPr>
        <dsp:cNvPr id="0" name=""/>
        <dsp:cNvSpPr/>
      </dsp:nvSpPr>
      <dsp:spPr>
        <a:xfrm>
          <a:off x="6812992" y="733995"/>
          <a:ext cx="812133" cy="812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A2B9D-1CEC-4A11-A7E4-58A3EE8ECC30}">
      <dsp:nvSpPr>
        <dsp:cNvPr id="0" name=""/>
        <dsp:cNvSpPr/>
      </dsp:nvSpPr>
      <dsp:spPr>
        <a:xfrm>
          <a:off x="6983540" y="904543"/>
          <a:ext cx="471037" cy="4710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CDBA7-FE98-4964-A8CE-35BAC08A9E47}">
      <dsp:nvSpPr>
        <dsp:cNvPr id="0" name=""/>
        <dsp:cNvSpPr/>
      </dsp:nvSpPr>
      <dsp:spPr>
        <a:xfrm>
          <a:off x="7799153" y="733995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eorgia" panose="02040502050405020303" pitchFamily="18" charset="0"/>
            </a:rPr>
            <a:t>Follow-up</a:t>
          </a:r>
          <a:r>
            <a:rPr lang="en-US" sz="14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Georgia" panose="02040502050405020303" pitchFamily="18" charset="0"/>
            </a:rPr>
            <a:t>Checking in on research progress</a:t>
          </a:r>
        </a:p>
      </dsp:txBody>
      <dsp:txXfrm>
        <a:off x="7799153" y="733995"/>
        <a:ext cx="1914313" cy="812133"/>
      </dsp:txXfrm>
    </dsp:sp>
    <dsp:sp modelId="{F1047A7C-7CC1-49B4-A5FC-6B8F4164A464}">
      <dsp:nvSpPr>
        <dsp:cNvPr id="0" name=""/>
        <dsp:cNvSpPr/>
      </dsp:nvSpPr>
      <dsp:spPr>
        <a:xfrm>
          <a:off x="344932" y="2179483"/>
          <a:ext cx="812133" cy="812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91371-FB44-43B3-9137-7FE553374DF4}">
      <dsp:nvSpPr>
        <dsp:cNvPr id="0" name=""/>
        <dsp:cNvSpPr/>
      </dsp:nvSpPr>
      <dsp:spPr>
        <a:xfrm>
          <a:off x="515480" y="2350030"/>
          <a:ext cx="471037" cy="4710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8CA89-3A07-4915-9260-9BE2CE565C85}">
      <dsp:nvSpPr>
        <dsp:cNvPr id="0" name=""/>
        <dsp:cNvSpPr/>
      </dsp:nvSpPr>
      <dsp:spPr>
        <a:xfrm>
          <a:off x="1331094" y="2179483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eorgia" panose="02040502050405020303" pitchFamily="18" charset="0"/>
            </a:rPr>
            <a:t>Resource Sharing</a:t>
          </a:r>
          <a:r>
            <a:rPr lang="en-US" sz="1400" kern="1200" dirty="0">
              <a:latin typeface="Georgia" panose="02040502050405020303" pitchFamily="18" charset="0"/>
            </a:rPr>
            <a:t>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Georgia" panose="02040502050405020303" pitchFamily="18" charset="0"/>
            </a:rPr>
            <a:t>Suggesting additional materials or repositories</a:t>
          </a:r>
        </a:p>
      </dsp:txBody>
      <dsp:txXfrm>
        <a:off x="1331094" y="2179483"/>
        <a:ext cx="1914313" cy="812133"/>
      </dsp:txXfrm>
    </dsp:sp>
    <dsp:sp modelId="{C605972D-2C89-43D1-93AD-4ED35C9321CF}">
      <dsp:nvSpPr>
        <dsp:cNvPr id="0" name=""/>
        <dsp:cNvSpPr/>
      </dsp:nvSpPr>
      <dsp:spPr>
        <a:xfrm>
          <a:off x="3578962" y="2179483"/>
          <a:ext cx="812133" cy="8121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E1666-19D9-452F-845C-D8BBFF877D1F}">
      <dsp:nvSpPr>
        <dsp:cNvPr id="0" name=""/>
        <dsp:cNvSpPr/>
      </dsp:nvSpPr>
      <dsp:spPr>
        <a:xfrm>
          <a:off x="3749510" y="2350030"/>
          <a:ext cx="471037" cy="4710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B4E26-38B6-40C2-A054-D351C143579B}">
      <dsp:nvSpPr>
        <dsp:cNvPr id="0" name=""/>
        <dsp:cNvSpPr/>
      </dsp:nvSpPr>
      <dsp:spPr>
        <a:xfrm>
          <a:off x="4565123" y="2179483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Georgia" panose="02040502050405020303" pitchFamily="18" charset="0"/>
            </a:rPr>
            <a:t>Feedback</a:t>
          </a:r>
          <a:r>
            <a:rPr lang="en-US" sz="1400" kern="1200" dirty="0">
              <a:latin typeface="Georgia" panose="02040502050405020303" pitchFamily="18" charset="0"/>
            </a:rPr>
            <a:t>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Georgia" panose="02040502050405020303" pitchFamily="18" charset="0"/>
            </a:rPr>
            <a:t>Asking for input on services and improvements</a:t>
          </a:r>
        </a:p>
      </dsp:txBody>
      <dsp:txXfrm>
        <a:off x="4565123" y="2179483"/>
        <a:ext cx="1914313" cy="8121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96D22-ACA4-5243-8A06-BDF8D178A7A4}">
      <dsp:nvSpPr>
        <dsp:cNvPr id="0" name=""/>
        <dsp:cNvSpPr/>
      </dsp:nvSpPr>
      <dsp:spPr>
        <a:xfrm>
          <a:off x="0" y="0"/>
          <a:ext cx="590618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12C0E-DDF7-1E4A-B728-B03FE403EC60}">
      <dsp:nvSpPr>
        <dsp:cNvPr id="0" name=""/>
        <dsp:cNvSpPr/>
      </dsp:nvSpPr>
      <dsp:spPr>
        <a:xfrm>
          <a:off x="0" y="0"/>
          <a:ext cx="5906181" cy="261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i="1" kern="1200">
              <a:latin typeface="Georgia" panose="02040502050405020303" pitchFamily="18" charset="0"/>
            </a:rPr>
            <a:t>"Alone we can do so little;</a:t>
          </a:r>
        </a:p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i="1" kern="1200">
              <a:latin typeface="Georgia" panose="02040502050405020303" pitchFamily="18" charset="0"/>
            </a:rPr>
            <a:t>  together we can do so</a:t>
          </a:r>
        </a:p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i="1" kern="1200">
              <a:latin typeface="Georgia" panose="02040502050405020303" pitchFamily="18" charset="0"/>
            </a:rPr>
            <a:t> much."</a:t>
          </a:r>
          <a:r>
            <a:rPr lang="en-US" sz="3800" kern="1200">
              <a:latin typeface="Georgia" panose="02040502050405020303" pitchFamily="18" charset="0"/>
            </a:rPr>
            <a:t> </a:t>
          </a:r>
        </a:p>
      </dsp:txBody>
      <dsp:txXfrm>
        <a:off x="0" y="0"/>
        <a:ext cx="5906181" cy="2615359"/>
      </dsp:txXfrm>
    </dsp:sp>
    <dsp:sp modelId="{7FD6E642-96D2-1F4B-9557-F9E7F78143BE}">
      <dsp:nvSpPr>
        <dsp:cNvPr id="0" name=""/>
        <dsp:cNvSpPr/>
      </dsp:nvSpPr>
      <dsp:spPr>
        <a:xfrm>
          <a:off x="0" y="2615359"/>
          <a:ext cx="590618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378A5-BAC2-9B4A-B249-D998C67409B7}">
      <dsp:nvSpPr>
        <dsp:cNvPr id="0" name=""/>
        <dsp:cNvSpPr/>
      </dsp:nvSpPr>
      <dsp:spPr>
        <a:xfrm>
          <a:off x="0" y="2615359"/>
          <a:ext cx="5906181" cy="261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     </a:t>
          </a:r>
          <a:r>
            <a:rPr lang="en-US" sz="3800" kern="1200">
              <a:latin typeface="Georgia" panose="02040502050405020303" pitchFamily="18" charset="0"/>
            </a:rPr>
            <a:t>— Helen Keller</a:t>
          </a:r>
        </a:p>
      </dsp:txBody>
      <dsp:txXfrm>
        <a:off x="0" y="2615359"/>
        <a:ext cx="5906181" cy="2615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54E7E-8069-7F44-B71D-A50DBDF85499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23184-35F2-2E42-B48F-9E9F984D6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Stock image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23184-35F2-2E42-B48F-9E9F984D6B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6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Stock image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23184-35F2-2E42-B48F-9E9F984D6B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92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Stock image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23184-35F2-2E42-B48F-9E9F984D6B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67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Stock image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23184-35F2-2E42-B48F-9E9F984D6B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98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Stock image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823184-35F2-2E42-B48F-9E9F984D6B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6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14.jp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6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6.xml"/><Relationship Id="rId7" Type="http://schemas.openxmlformats.org/officeDocument/2006/relationships/diagramColors" Target="../diagrams/colors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5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6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.png"/><Relationship Id="rId5" Type="http://schemas.openxmlformats.org/officeDocument/2006/relationships/image" Target="../media/image40.jpg"/><Relationship Id="rId4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41.jp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8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9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0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3.png"/><Relationship Id="rId5" Type="http://schemas.openxmlformats.org/officeDocument/2006/relationships/image" Target="../media/image64.jpg"/><Relationship Id="rId4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1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3.png"/><Relationship Id="rId4" Type="http://schemas.openxmlformats.org/officeDocument/2006/relationships/image" Target="../media/image73.jp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3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A927C3B-99B6-4CC8-9B17-E037F8499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D606D-4DA3-4806-8F40-02982F4AD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42" y="643464"/>
            <a:ext cx="10905291" cy="55710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7A4F52-D451-483C-8243-5B0F83B91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680" y="809244"/>
            <a:ext cx="10579608" cy="5239512"/>
          </a:xfrm>
          <a:prstGeom prst="rect">
            <a:avLst/>
          </a:prstGeom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7BA36F-873E-2401-BD4A-7351FB263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883" y="1260389"/>
            <a:ext cx="6704658" cy="4335616"/>
          </a:xfrm>
        </p:spPr>
        <p:txBody>
          <a:bodyPr>
            <a:normAutofit/>
          </a:bodyPr>
          <a:lstStyle/>
          <a:p>
            <a:pPr algn="r"/>
            <a:r>
              <a:rPr lang="en-US" sz="5400" dirty="0">
                <a:solidFill>
                  <a:schemeClr val="tx1"/>
                </a:solidFill>
              </a:rPr>
              <a:t>Patron Relations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44503-34A5-85C4-463A-393822F0E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8856" y="976072"/>
            <a:ext cx="2658449" cy="4334006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000" dirty="0"/>
              <a:t>     Old Town Historical Society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413C9D-32A8-4475-92E1-327E02990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Audio Recording Jul 23, 2025 at 2:35:47 PM">
            <a:hlinkClick r:id="" action="ppaction://media"/>
            <a:extLst>
              <a:ext uri="{FF2B5EF4-FFF2-40B4-BE49-F238E27FC236}">
                <a16:creationId xmlns:a16="http://schemas.microsoft.com/office/drawing/2014/main" id="{EF896657-6337-4E48-647C-B4299A775F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51680" y="458016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7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76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A364B-75B3-CB7F-FB3E-05AFDE1E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Learning Objectives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51917B0-36B3-DE0E-EDEA-979F2F4AD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636482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Audio Recording Jul 23, 2025 at 3:02:12 PM">
            <a:hlinkClick r:id="" action="ppaction://media"/>
            <a:extLst>
              <a:ext uri="{FF2B5EF4-FFF2-40B4-BE49-F238E27FC236}">
                <a16:creationId xmlns:a16="http://schemas.microsoft.com/office/drawing/2014/main" id="{009EF4F7-1FA4-0CED-6516-D25B8D9401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038095" y="546507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4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92A5C-F3B6-E4A1-B688-732055C3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9F0CC-9F30-4B99-AC35-5A6C416A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0A53A-1855-F050-9E1C-D568509E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Patron Orientation Process</a:t>
            </a:r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023CF91-BB71-5091-5C68-4D9A164A18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078110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04:48 PM">
            <a:hlinkClick r:id="" action="ppaction://media"/>
            <a:extLst>
              <a:ext uri="{FF2B5EF4-FFF2-40B4-BE49-F238E27FC236}">
                <a16:creationId xmlns:a16="http://schemas.microsoft.com/office/drawing/2014/main" id="{B881E798-9B7D-8590-B24E-9E41E7AFE9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78676" y="527914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9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6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0FCA-360D-FE84-ACBB-91E3AEE5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4CF1-A2D2-A6F1-ABAC-1ECDCDAB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Navigation Assistance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05C6-8B98-2EF2-F4D0-945F52A8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Ask open-ended questions to understand research needs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Explain the difference between archives and libraries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Demonstrate how to interpret finding aids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Provide realistic timelines for material retrieval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Offer alternative collections when primary </a:t>
            </a: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         sources aren't available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7" name="Picture 6" descr="Senior discussing with coworker">
            <a:extLst>
              <a:ext uri="{FF2B5EF4-FFF2-40B4-BE49-F238E27FC236}">
                <a16:creationId xmlns:a16="http://schemas.microsoft.com/office/drawing/2014/main" id="{CFCEE39C-8B2F-BA51-02A6-1EC8AA147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540" y="3560943"/>
            <a:ext cx="3944739" cy="2474097"/>
          </a:xfrm>
          <a:prstGeom prst="rect">
            <a:avLst/>
          </a:prstGeom>
        </p:spPr>
      </p:pic>
      <p:pic>
        <p:nvPicPr>
          <p:cNvPr id="8" name="Audio Recording Jul 23, 2025 at 3:12:02 PM">
            <a:hlinkClick r:id="" action="ppaction://media"/>
            <a:extLst>
              <a:ext uri="{FF2B5EF4-FFF2-40B4-BE49-F238E27FC236}">
                <a16:creationId xmlns:a16="http://schemas.microsoft.com/office/drawing/2014/main" id="{BDF728F7-3FC4-E978-76DE-12C34AACCB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99509" y="197476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9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50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5E35-C7B0-3565-07B4-669FA55D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E6DC54-8593-F92B-2918-A6F4D1C8E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Aids and Research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DADE7-B6AB-FFE2-D7FC-9CA8A492A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49" y="2606427"/>
            <a:ext cx="6507892" cy="3974857"/>
          </a:xfrm>
        </p:spPr>
        <p:txBody>
          <a:bodyPr/>
          <a:lstStyle/>
          <a:p>
            <a:pPr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Collection Overview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: Scope, dates, and significance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Biographical/Historical Note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: Context about the creator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Series Descriptions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: How materials are organized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Georgia" panose="02040502050405020303" pitchFamily="18" charset="0"/>
              </a:rPr>
              <a:t>Container Lists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: Box-by-box, folder-by-folder inventory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88F00-B857-7DC0-C5AE-5F8FA5BA1AD5}"/>
              </a:ext>
            </a:extLst>
          </p:cNvPr>
          <p:cNvSpPr txBox="1"/>
          <p:nvPr/>
        </p:nvSpPr>
        <p:spPr>
          <a:xfrm>
            <a:off x="2657168" y="1787090"/>
            <a:ext cx="6171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800" i="1" dirty="0">
                <a:solidFill>
                  <a:srgbClr val="0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Finding aids are the roadmap to archival collections</a:t>
            </a:r>
          </a:p>
        </p:txBody>
      </p:sp>
      <p:pic>
        <p:nvPicPr>
          <p:cNvPr id="10" name="Picture 9" descr="Couple reading map">
            <a:extLst>
              <a:ext uri="{FF2B5EF4-FFF2-40B4-BE49-F238E27FC236}">
                <a16:creationId xmlns:a16="http://schemas.microsoft.com/office/drawing/2014/main" id="{66CD3B84-A95F-D7DD-B7FD-50F3CE119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88" y="3362476"/>
            <a:ext cx="4608041" cy="3072027"/>
          </a:xfrm>
          <a:prstGeom prst="rect">
            <a:avLst/>
          </a:prstGeom>
        </p:spPr>
      </p:pic>
      <p:pic>
        <p:nvPicPr>
          <p:cNvPr id="11" name="Audio Recording Jul 23, 2025 at 3:14:18 PM">
            <a:hlinkClick r:id="" action="ppaction://media"/>
            <a:extLst>
              <a:ext uri="{FF2B5EF4-FFF2-40B4-BE49-F238E27FC236}">
                <a16:creationId xmlns:a16="http://schemas.microsoft.com/office/drawing/2014/main" id="{92021FA0-77AB-2809-A993-9EF31073DB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500965" y="201419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7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768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5A994-8B50-96DA-841F-D75E2B43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2C9F0CC-9F30-4B99-AC35-5A6C416A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E2D05-6B8D-E869-866E-8BCE82D96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Digital Catalog Systems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B482EEBA-DF30-7402-7134-CC1D1B70A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134940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15:03 PM">
            <a:hlinkClick r:id="" action="ppaction://media"/>
            <a:extLst>
              <a:ext uri="{FF2B5EF4-FFF2-40B4-BE49-F238E27FC236}">
                <a16:creationId xmlns:a16="http://schemas.microsoft.com/office/drawing/2014/main" id="{7EB25580-3BF6-A048-A6C1-25917639B3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643209" y="512573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3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4D0FC-96E7-F984-E5F9-B58FB74B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C9F0CC-9F30-4B99-AC35-5A6C416A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39049-CD38-0526-C88A-B42CABCD1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Patron Technology Support</a:t>
            </a:r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2A78F41-A4AD-5B60-7E5E-6E8B093ADA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919240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15:56 PM">
            <a:hlinkClick r:id="" action="ppaction://media"/>
            <a:extLst>
              <a:ext uri="{FF2B5EF4-FFF2-40B4-BE49-F238E27FC236}">
                <a16:creationId xmlns:a16="http://schemas.microsoft.com/office/drawing/2014/main" id="{CDA83A4A-F36F-E97D-531D-4CDE6AD840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312400" y="149726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1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4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5D57A-5204-E06C-2E98-69B5ACC8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D9FBD-24DD-DB93-A6D9-6B072D19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Digital Preservation Awareness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A8FA8B5F-E1DB-86F5-52E8-FC9C5979D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454225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Audio Recording Jul 23, 2025 at 3:18:06 PM">
            <a:hlinkClick r:id="" action="ppaction://media"/>
            <a:extLst>
              <a:ext uri="{FF2B5EF4-FFF2-40B4-BE49-F238E27FC236}">
                <a16:creationId xmlns:a16="http://schemas.microsoft.com/office/drawing/2014/main" id="{F667AAA0-DD2E-E4F8-7B17-917A52E376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038095" y="516908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0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9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2FBC1-FDFF-52CB-FA11-28F3C756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79E67-9DCB-F3B1-83F7-6FC9117E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100"/>
              <a:t>Implementing Technology Training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CB3FF-DD20-B5A2-8A72-106EE5CBDA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726151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20:15 PM">
            <a:hlinkClick r:id="" action="ppaction://media"/>
            <a:extLst>
              <a:ext uri="{FF2B5EF4-FFF2-40B4-BE49-F238E27FC236}">
                <a16:creationId xmlns:a16="http://schemas.microsoft.com/office/drawing/2014/main" id="{34002E6E-8EFE-23F4-3475-91F66795FE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63962" y="468206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4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7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582C-E6E3-89DA-6527-69BDECFA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Understanding Accessibility Needs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7D3A5D-C913-10B8-A7E5-F71EFA5F7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56258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20:40 PM">
            <a:hlinkClick r:id="" action="ppaction://media"/>
            <a:extLst>
              <a:ext uri="{FF2B5EF4-FFF2-40B4-BE49-F238E27FC236}">
                <a16:creationId xmlns:a16="http://schemas.microsoft.com/office/drawing/2014/main" id="{1A1CF985-E503-11A9-D04D-CDBE25B02B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00667" y="522287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8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B234-3085-CD3C-8305-A7E82DE8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B2CC-39FD-5F58-6CC6-805EA455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Physical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FE9F-B73D-8BDB-410C-399EC1466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508" y="1769487"/>
            <a:ext cx="10058400" cy="3931920"/>
          </a:xfrm>
        </p:spPr>
        <p:txBody>
          <a:bodyPr/>
          <a:lstStyle/>
          <a:p>
            <a:pPr marL="0" indent="0">
              <a:buNone/>
            </a:pPr>
            <a:r>
              <a:rPr lang="en-US" sz="2800" i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Ensure research spaces accommodate:</a:t>
            </a:r>
          </a:p>
          <a:p>
            <a:pPr marL="0" indent="0">
              <a:buNone/>
            </a:pPr>
            <a:endParaRPr lang="en-US" sz="2800" i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Wheelchair access to all public areas</a:t>
            </a:r>
          </a:p>
          <a:p>
            <a:r>
              <a:rPr lang="en-US" dirty="0">
                <a:latin typeface="Georgia" panose="02040502050405020303" pitchFamily="18" charset="0"/>
              </a:rPr>
              <a:t>Adjustable tables and seating</a:t>
            </a:r>
          </a:p>
          <a:p>
            <a:r>
              <a:rPr lang="en-US" dirty="0">
                <a:latin typeface="Georgia" panose="02040502050405020303" pitchFamily="18" charset="0"/>
              </a:rPr>
              <a:t>Adequate lighting and magnification tools</a:t>
            </a:r>
          </a:p>
          <a:p>
            <a:r>
              <a:rPr lang="en-US" dirty="0">
                <a:latin typeface="Georgia" panose="02040502050405020303" pitchFamily="18" charset="0"/>
              </a:rPr>
              <a:t>Clear pathways and signage</a:t>
            </a:r>
          </a:p>
          <a:p>
            <a:r>
              <a:rPr lang="en-US" dirty="0">
                <a:latin typeface="Georgia" panose="02040502050405020303" pitchFamily="18" charset="0"/>
              </a:rPr>
              <a:t>Accessible restrooms and facilities</a:t>
            </a:r>
          </a:p>
          <a:p>
            <a:endParaRPr lang="en-US" dirty="0"/>
          </a:p>
        </p:txBody>
      </p:sp>
      <p:pic>
        <p:nvPicPr>
          <p:cNvPr id="5" name="Picture 4" descr="People talking in office">
            <a:extLst>
              <a:ext uri="{FF2B5EF4-FFF2-40B4-BE49-F238E27FC236}">
                <a16:creationId xmlns:a16="http://schemas.microsoft.com/office/drawing/2014/main" id="{ECB645A6-FA62-78A7-FB4C-BBC780C74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071" y="3299253"/>
            <a:ext cx="4625546" cy="3083697"/>
          </a:xfrm>
          <a:prstGeom prst="rect">
            <a:avLst/>
          </a:prstGeom>
        </p:spPr>
      </p:pic>
      <p:pic>
        <p:nvPicPr>
          <p:cNvPr id="6" name="Audio Recording Jul 23, 2025 at 3:21:28 PM">
            <a:hlinkClick r:id="" action="ppaction://media"/>
            <a:extLst>
              <a:ext uri="{FF2B5EF4-FFF2-40B4-BE49-F238E27FC236}">
                <a16:creationId xmlns:a16="http://schemas.microsoft.com/office/drawing/2014/main" id="{006C1653-A340-6CFB-E403-D51DF3E986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207844" y="184392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5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6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erson using laptop">
            <a:extLst>
              <a:ext uri="{FF2B5EF4-FFF2-40B4-BE49-F238E27FC236}">
                <a16:creationId xmlns:a16="http://schemas.microsoft.com/office/drawing/2014/main" id="{C90B7E2B-4E75-DF00-7D8A-0AEC2CC42C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344" r="30405" b="2"/>
          <a:stretch>
            <a:fillRect/>
          </a:stretch>
        </p:blipFill>
        <p:spPr>
          <a:xfrm>
            <a:off x="190846" y="237744"/>
            <a:ext cx="4040033" cy="63825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7270DF-375F-4ECC-989A-D033E481A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9465" y="237744"/>
            <a:ext cx="7652977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7AFF51-D110-5C6F-8B1C-19338588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192" y="642593"/>
            <a:ext cx="6280826" cy="1746504"/>
          </a:xfrm>
        </p:spPr>
        <p:txBody>
          <a:bodyPr>
            <a:normAutofit/>
          </a:bodyPr>
          <a:lstStyle/>
          <a:p>
            <a:r>
              <a:rPr lang="en-US" dirty="0"/>
              <a:t>Digital Accessibility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1D818-DF3D-C5AC-3AC5-333DA2E2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7318" y="2793946"/>
            <a:ext cx="6280826" cy="3648456"/>
          </a:xfrm>
        </p:spPr>
        <p:txBody>
          <a:bodyPr>
            <a:norm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Screen reader compatibility</a:t>
            </a:r>
          </a:p>
          <a:p>
            <a:r>
              <a:rPr lang="en-US" dirty="0">
                <a:latin typeface="Georgia" panose="02040502050405020303" pitchFamily="18" charset="0"/>
              </a:rPr>
              <a:t>Keyboard navigation options</a:t>
            </a:r>
          </a:p>
          <a:p>
            <a:r>
              <a:rPr lang="en-US" dirty="0">
                <a:latin typeface="Georgia" panose="02040502050405020303" pitchFamily="18" charset="0"/>
              </a:rPr>
              <a:t>Alternative text for images</a:t>
            </a:r>
          </a:p>
          <a:p>
            <a:r>
              <a:rPr lang="en-US" dirty="0">
                <a:latin typeface="Georgia" panose="02040502050405020303" pitchFamily="18" charset="0"/>
              </a:rPr>
              <a:t>Captioned videos and audio</a:t>
            </a:r>
          </a:p>
          <a:p>
            <a:r>
              <a:rPr lang="en-US" dirty="0">
                <a:latin typeface="Georgia" panose="02040502050405020303" pitchFamily="18" charset="0"/>
              </a:rPr>
              <a:t>Multiple format options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AA1E8-CE20-CAAB-B510-E51012B17B1D}"/>
              </a:ext>
            </a:extLst>
          </p:cNvPr>
          <p:cNvSpPr txBox="1"/>
          <p:nvPr/>
        </p:nvSpPr>
        <p:spPr>
          <a:xfrm>
            <a:off x="6181270" y="1927432"/>
            <a:ext cx="4072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Aparajita" panose="02020603050405020304" pitchFamily="18" charset="0"/>
                <a:cs typeface="Aparajita" panose="02020603050405020304" pitchFamily="18" charset="0"/>
              </a:rPr>
              <a:t>Online resources should include:</a:t>
            </a:r>
          </a:p>
        </p:txBody>
      </p:sp>
      <p:pic>
        <p:nvPicPr>
          <p:cNvPr id="9" name="Audio Recording Jul 23, 2025 at 3:21:58 PM">
            <a:hlinkClick r:id="" action="ppaction://media"/>
            <a:extLst>
              <a:ext uri="{FF2B5EF4-FFF2-40B4-BE49-F238E27FC236}">
                <a16:creationId xmlns:a16="http://schemas.microsoft.com/office/drawing/2014/main" id="{CF0D9678-D5EC-BB09-22A5-B9F10A7319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847793" y="380537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3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4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A6AC0D-958D-8EF3-91C0-DF8CAA96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Inclusive Service Approaches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03286B4-0F1F-C1E2-A26A-356AB2CDA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422000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Audio Recording Jul 23, 2025 at 3:31:06 PM">
            <a:hlinkClick r:id="" action="ppaction://media"/>
            <a:extLst>
              <a:ext uri="{FF2B5EF4-FFF2-40B4-BE49-F238E27FC236}">
                <a16:creationId xmlns:a16="http://schemas.microsoft.com/office/drawing/2014/main" id="{68ACF187-AA65-6522-C1B7-4A236E69FB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44809" y="514368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5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4185-B627-32DE-CC8D-34EF8C2C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Cultural Sensitivity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43EA72E-CF35-F1AE-51CE-7200D836C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460037"/>
              </p:ext>
            </p:extLst>
          </p:nvPr>
        </p:nvGraphicFramePr>
        <p:xfrm>
          <a:off x="1066800" y="2534044"/>
          <a:ext cx="1005840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8D6F86-2FF9-A5DB-3CCA-C6BF3433B52A}"/>
              </a:ext>
            </a:extLst>
          </p:cNvPr>
          <p:cNvSpPr txBox="1"/>
          <p:nvPr/>
        </p:nvSpPr>
        <p:spPr>
          <a:xfrm>
            <a:off x="2753711" y="1858621"/>
            <a:ext cx="6170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Aparajita" panose="02020603050405020304" pitchFamily="18" charset="0"/>
                <a:cs typeface="Aparajita" panose="02020603050405020304" pitchFamily="18" charset="0"/>
              </a:rPr>
              <a:t>Historical societies serve diverse communities. Staff should:</a:t>
            </a:r>
          </a:p>
          <a:p>
            <a:endParaRPr lang="en-US" sz="2400" dirty="0"/>
          </a:p>
        </p:txBody>
      </p:sp>
      <p:pic>
        <p:nvPicPr>
          <p:cNvPr id="7" name="Audio Recording Jul 23, 2025 at 5:28:43 PM">
            <a:hlinkClick r:id="" action="ppaction://media"/>
            <a:extLst>
              <a:ext uri="{FF2B5EF4-FFF2-40B4-BE49-F238E27FC236}">
                <a16:creationId xmlns:a16="http://schemas.microsoft.com/office/drawing/2014/main" id="{4F249DEC-4187-21CD-EF0E-31C014E15B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025590" y="92199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5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DCB1A-14BD-B009-A9FE-44F3B3C7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sz="3400" dirty="0"/>
              <a:t>Professional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CB118C-9243-5666-4180-36F9332FA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209151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4:50:31 PM">
            <a:hlinkClick r:id="" action="ppaction://media"/>
            <a:extLst>
              <a:ext uri="{FF2B5EF4-FFF2-40B4-BE49-F238E27FC236}">
                <a16:creationId xmlns:a16="http://schemas.microsoft.com/office/drawing/2014/main" id="{170DC8DD-8569-0B5C-2C72-37E4B0D69F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643209" y="478366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2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4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1126-61D3-70F6-E150-3430AD09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>
            <a:normAutofit/>
          </a:bodyPr>
          <a:lstStyle/>
          <a:p>
            <a:r>
              <a:rPr lang="en-US" sz="3700" dirty="0"/>
              <a:t>Managing Patron  </a:t>
            </a:r>
            <a:br>
              <a:rPr lang="en-US" sz="3700" dirty="0"/>
            </a:br>
            <a:r>
              <a:rPr lang="en-US" sz="3700" dirty="0"/>
              <a:t>    Expectations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047B46-4F2F-4746-8B82-B30EAAAE0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3443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E8A8E-D194-4D55-92A3-6B0799722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024" y="253548"/>
            <a:ext cx="5851795" cy="6384816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Picture 4" descr="People in library">
            <a:extLst>
              <a:ext uri="{FF2B5EF4-FFF2-40B4-BE49-F238E27FC236}">
                <a16:creationId xmlns:a16="http://schemas.microsoft.com/office/drawing/2014/main" id="{270C75A8-B707-6FD5-B8BD-E340E0047C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99" r="18301" b="2"/>
          <a:stretch>
            <a:fillRect/>
          </a:stretch>
        </p:blipFill>
        <p:spPr>
          <a:xfrm>
            <a:off x="407432" y="419292"/>
            <a:ext cx="5522976" cy="60533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FBAC0-2CD1-366C-3B81-54E5908E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37" y="2538919"/>
            <a:ext cx="4602152" cy="3596880"/>
          </a:xfrm>
        </p:spPr>
        <p:txBody>
          <a:bodyPr>
            <a:norm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Time Requirements</a:t>
            </a:r>
            <a:r>
              <a:rPr lang="en-US" dirty="0">
                <a:latin typeface="Georgia" panose="02040502050405020303" pitchFamily="18" charset="0"/>
              </a:rPr>
              <a:t>: Research takes longer than expected</a:t>
            </a:r>
          </a:p>
          <a:p>
            <a:r>
              <a:rPr lang="en-US" b="1" dirty="0">
                <a:latin typeface="Georgia" panose="02040502050405020303" pitchFamily="18" charset="0"/>
              </a:rPr>
              <a:t>Material Availability</a:t>
            </a:r>
            <a:r>
              <a:rPr lang="en-US" dirty="0">
                <a:latin typeface="Georgia" panose="02040502050405020303" pitchFamily="18" charset="0"/>
              </a:rPr>
              <a:t>: Not everything is digitized or accessible</a:t>
            </a:r>
          </a:p>
          <a:p>
            <a:r>
              <a:rPr lang="en-US" b="1" dirty="0">
                <a:latin typeface="Georgia" panose="02040502050405020303" pitchFamily="18" charset="0"/>
              </a:rPr>
              <a:t>Copyright Restrictions</a:t>
            </a:r>
            <a:r>
              <a:rPr lang="en-US" dirty="0">
                <a:latin typeface="Georgia" panose="02040502050405020303" pitchFamily="18" charset="0"/>
              </a:rPr>
              <a:t>: Limitations on reproduction</a:t>
            </a:r>
          </a:p>
          <a:p>
            <a:r>
              <a:rPr lang="en-US" b="1" dirty="0">
                <a:latin typeface="Georgia" panose="02040502050405020303" pitchFamily="18" charset="0"/>
              </a:rPr>
              <a:t>Collection Scope</a:t>
            </a:r>
            <a:r>
              <a:rPr lang="en-US" dirty="0">
                <a:latin typeface="Georgia" panose="02040502050405020303" pitchFamily="18" charset="0"/>
              </a:rPr>
              <a:t>: Archives may not have everything patrons need</a:t>
            </a:r>
          </a:p>
          <a:p>
            <a:r>
              <a:rPr lang="en-US" b="1" dirty="0">
                <a:latin typeface="Georgia" panose="02040502050405020303" pitchFamily="18" charset="0"/>
              </a:rPr>
              <a:t>Processing Times</a:t>
            </a:r>
            <a:r>
              <a:rPr lang="en-US" dirty="0">
                <a:latin typeface="Georgia" panose="02040502050405020303" pitchFamily="18" charset="0"/>
              </a:rPr>
              <a:t>: New acquisitions may not be available immediately</a:t>
            </a:r>
          </a:p>
        </p:txBody>
      </p:sp>
      <p:pic>
        <p:nvPicPr>
          <p:cNvPr id="6" name="Audio Recording Jul 23, 2025 at 3:36:25 PM">
            <a:hlinkClick r:id="" action="ppaction://media"/>
            <a:extLst>
              <a:ext uri="{FF2B5EF4-FFF2-40B4-BE49-F238E27FC236}">
                <a16:creationId xmlns:a16="http://schemas.microsoft.com/office/drawing/2014/main" id="{79E35E96-2FDB-06F9-CCCE-F5C96A0366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635489" y="167958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4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9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EF9C-6915-C1A1-26D0-4FD93388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378" y="692021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   Handling Difficult Situations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DC0C4B-D62C-82E7-0AFC-EA1E705F4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946900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47:48 PM">
            <a:hlinkClick r:id="" action="ppaction://media"/>
            <a:extLst>
              <a:ext uri="{FF2B5EF4-FFF2-40B4-BE49-F238E27FC236}">
                <a16:creationId xmlns:a16="http://schemas.microsoft.com/office/drawing/2014/main" id="{07CFB9CC-957A-4B03-224A-4BE63A7704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60400" y="128468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9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8296-8129-762C-D3BE-6297BFC4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De-escalation Strategies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7B7BB-B3BD-8345-1CD4-BE3047925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951" y="2323070"/>
            <a:ext cx="10058400" cy="4258920"/>
          </a:xfrm>
        </p:spPr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Remain Calm</a:t>
            </a:r>
            <a:r>
              <a:rPr lang="en-US" dirty="0">
                <a:latin typeface="Georgia" panose="02040502050405020303" pitchFamily="18" charset="0"/>
              </a:rPr>
              <a:t>: Keep your voice steady and professional</a:t>
            </a:r>
          </a:p>
          <a:p>
            <a:r>
              <a:rPr lang="en-US" b="1" dirty="0">
                <a:latin typeface="Georgia" panose="02040502050405020303" pitchFamily="18" charset="0"/>
              </a:rPr>
              <a:t>Listen Actively</a:t>
            </a:r>
            <a:r>
              <a:rPr lang="en-US" dirty="0">
                <a:latin typeface="Georgia" panose="02040502050405020303" pitchFamily="18" charset="0"/>
              </a:rPr>
              <a:t>: Let patrons express their concerns fully</a:t>
            </a:r>
          </a:p>
          <a:p>
            <a:r>
              <a:rPr lang="en-US" b="1" dirty="0">
                <a:latin typeface="Georgia" panose="02040502050405020303" pitchFamily="18" charset="0"/>
              </a:rPr>
              <a:t>Acknowledge Feelings</a:t>
            </a:r>
            <a:r>
              <a:rPr lang="en-US" dirty="0">
                <a:latin typeface="Georgia" panose="02040502050405020303" pitchFamily="18" charset="0"/>
              </a:rPr>
              <a:t>: Validate their frustration</a:t>
            </a:r>
          </a:p>
          <a:p>
            <a:r>
              <a:rPr lang="en-US" b="1" dirty="0">
                <a:latin typeface="Georgia" panose="02040502050405020303" pitchFamily="18" charset="0"/>
              </a:rPr>
              <a:t>Focus on Solutions</a:t>
            </a:r>
            <a:r>
              <a:rPr lang="en-US" dirty="0">
                <a:latin typeface="Georgia" panose="02040502050405020303" pitchFamily="18" charset="0"/>
              </a:rPr>
              <a:t>: Explore alternatives within </a:t>
            </a: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       policies</a:t>
            </a:r>
          </a:p>
          <a:p>
            <a:r>
              <a:rPr lang="en-US" b="1" dirty="0">
                <a:latin typeface="Georgia" panose="02040502050405020303" pitchFamily="18" charset="0"/>
              </a:rPr>
              <a:t>Know When to Escalate</a:t>
            </a:r>
            <a:r>
              <a:rPr lang="en-US" dirty="0">
                <a:latin typeface="Georgia" panose="02040502050405020303" pitchFamily="18" charset="0"/>
              </a:rPr>
              <a:t>: Involve supervisors </a:t>
            </a:r>
          </a:p>
          <a:p>
            <a:pPr marL="0" indent="0">
              <a:buNone/>
            </a:pPr>
            <a:r>
              <a:rPr lang="en-US" dirty="0">
                <a:latin typeface="Georgia" panose="02040502050405020303" pitchFamily="18" charset="0"/>
              </a:rPr>
              <a:t>      when necessary</a:t>
            </a:r>
          </a:p>
        </p:txBody>
      </p:sp>
      <p:pic>
        <p:nvPicPr>
          <p:cNvPr id="5" name="Picture 4" descr="Man and woman conversing in library">
            <a:extLst>
              <a:ext uri="{FF2B5EF4-FFF2-40B4-BE49-F238E27FC236}">
                <a16:creationId xmlns:a16="http://schemas.microsoft.com/office/drawing/2014/main" id="{369FB63C-8E97-F2AB-5F89-72D685ACD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591" y="3377472"/>
            <a:ext cx="4399005" cy="2932670"/>
          </a:xfrm>
          <a:prstGeom prst="rect">
            <a:avLst/>
          </a:prstGeom>
        </p:spPr>
      </p:pic>
      <p:pic>
        <p:nvPicPr>
          <p:cNvPr id="6" name="Audio Recording Jul 23, 2025 at 3:42:03 PM">
            <a:hlinkClick r:id="" action="ppaction://media"/>
            <a:extLst>
              <a:ext uri="{FF2B5EF4-FFF2-40B4-BE49-F238E27FC236}">
                <a16:creationId xmlns:a16="http://schemas.microsoft.com/office/drawing/2014/main" id="{81DAD802-938A-2D3F-5031-B626C4A243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800" y="552201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4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55C5-CBA2-09C1-9C47-2100C535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/>
              <a:t>  Building Positive Relationships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EBC200-3CFF-8B49-17FD-41E35EE92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940036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Jul 23, 2025 at 3:43:08 PM">
            <a:hlinkClick r:id="" action="ppaction://media"/>
            <a:extLst>
              <a:ext uri="{FF2B5EF4-FFF2-40B4-BE49-F238E27FC236}">
                <a16:creationId xmlns:a16="http://schemas.microsoft.com/office/drawing/2014/main" id="{0B46A1DD-61CB-84E1-174A-B1EABFBCDA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02134" y="478366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0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2135-276D-67A1-D854-8C98FCEA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9248"/>
            <a:ext cx="10058400" cy="1371600"/>
          </a:xfrm>
        </p:spPr>
        <p:txBody>
          <a:bodyPr/>
          <a:lstStyle/>
          <a:p>
            <a:r>
              <a:rPr lang="en-US" dirty="0"/>
              <a:t>              Implementation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155694-F27A-15E6-EFA9-315C22D0F605}"/>
              </a:ext>
            </a:extLst>
          </p:cNvPr>
          <p:cNvSpPr/>
          <p:nvPr/>
        </p:nvSpPr>
        <p:spPr>
          <a:xfrm>
            <a:off x="6594104" y="1861794"/>
            <a:ext cx="4531096" cy="46350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Georgia" panose="02040502050405020303" pitchFamily="18" charset="0"/>
                <a:cs typeface="Aparajita" panose="02020603050405020304" pitchFamily="18" charset="0"/>
              </a:rPr>
              <a:t>       </a:t>
            </a:r>
            <a:r>
              <a:rPr lang="en-US" sz="2400" b="1" dirty="0">
                <a:latin typeface="Georgia" panose="02040502050405020303" pitchFamily="18" charset="0"/>
                <a:cs typeface="Aparajita" panose="02020603050405020304" pitchFamily="18" charset="0"/>
              </a:rPr>
              <a:t>Policy Development</a:t>
            </a:r>
          </a:p>
          <a:p>
            <a:endParaRPr lang="en-US" b="1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Create clear, written policies for:</a:t>
            </a:r>
          </a:p>
          <a:p>
            <a:endParaRPr lang="en-US" b="1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*</a:t>
            </a:r>
            <a:r>
              <a:rPr lang="en-US" b="1" dirty="0">
                <a:latin typeface="Georgia" panose="02040502050405020303" pitchFamily="18" charset="0"/>
                <a:cs typeface="Aparajita" panose="02020603050405020304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Patron Relations and orientation</a:t>
            </a:r>
            <a:endParaRPr lang="en-US" b="1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endParaRPr lang="en-US" b="1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*Material access and handling</a:t>
            </a:r>
          </a:p>
          <a:p>
            <a:endParaRPr lang="en-US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*Technology use and support</a:t>
            </a:r>
          </a:p>
          <a:p>
            <a:endParaRPr lang="en-US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*Accessibility accommodations</a:t>
            </a:r>
          </a:p>
          <a:p>
            <a:endParaRPr lang="en-US" dirty="0">
              <a:latin typeface="Georgia" panose="02040502050405020303" pitchFamily="18" charset="0"/>
              <a:cs typeface="Aparajita" panose="02020603050405020304" pitchFamily="18" charset="0"/>
            </a:endParaRPr>
          </a:p>
          <a:p>
            <a:r>
              <a:rPr lang="en-US" dirty="0">
                <a:latin typeface="Georgia" panose="02040502050405020303" pitchFamily="18" charset="0"/>
                <a:cs typeface="Aparajita" panose="02020603050405020304" pitchFamily="18" charset="0"/>
              </a:rPr>
              <a:t>*Customer service standards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7AAEFF-B4F0-70BA-C9E3-506656FB60F2}"/>
              </a:ext>
            </a:extLst>
          </p:cNvPr>
          <p:cNvSpPr/>
          <p:nvPr/>
        </p:nvSpPr>
        <p:spPr>
          <a:xfrm>
            <a:off x="903890" y="1860848"/>
            <a:ext cx="4531096" cy="4636008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latin typeface="Georgia" panose="02040502050405020303" pitchFamily="18" charset="0"/>
              </a:rPr>
              <a:t>     Staff Development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*</a:t>
            </a:r>
            <a:r>
              <a:rPr lang="en-US" sz="1600" i="1" dirty="0">
                <a:latin typeface="Georgia" panose="02040502050405020303" pitchFamily="18" charset="0"/>
              </a:rPr>
              <a:t>Regular Training Sessions: </a:t>
            </a:r>
            <a:r>
              <a:rPr lang="en-US" sz="1600" dirty="0">
                <a:latin typeface="Georgia" panose="02040502050405020303" pitchFamily="18" charset="0"/>
              </a:rPr>
              <a:t>Monthly skill-building workshops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*</a:t>
            </a:r>
            <a:r>
              <a:rPr lang="en-US" sz="1600" i="1" dirty="0">
                <a:latin typeface="Georgia" panose="02040502050405020303" pitchFamily="18" charset="0"/>
              </a:rPr>
              <a:t>Peer Mentoring</a:t>
            </a:r>
            <a:r>
              <a:rPr lang="en-US" sz="1600" dirty="0">
                <a:latin typeface="Georgia" panose="02040502050405020303" pitchFamily="18" charset="0"/>
              </a:rPr>
              <a:t>: Pairing experienced staff with new hires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i="1" dirty="0">
                <a:latin typeface="Georgia" panose="02040502050405020303" pitchFamily="18" charset="0"/>
              </a:rPr>
              <a:t>*Professional Development</a:t>
            </a:r>
            <a:r>
              <a:rPr lang="en-US" sz="1600" dirty="0">
                <a:latin typeface="Georgia" panose="02040502050405020303" pitchFamily="18" charset="0"/>
              </a:rPr>
              <a:t>: Attending conferences and workshops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i="1" dirty="0">
                <a:latin typeface="Georgia" panose="02040502050405020303" pitchFamily="18" charset="0"/>
              </a:rPr>
              <a:t>*Cross-Training</a:t>
            </a:r>
            <a:r>
              <a:rPr lang="en-US" sz="1600" dirty="0">
                <a:latin typeface="Georgia" panose="02040502050405020303" pitchFamily="18" charset="0"/>
              </a:rPr>
              <a:t>: Ensuring multiple staff can handle various tasks</a:t>
            </a:r>
          </a:p>
          <a:p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i="1" dirty="0">
                <a:latin typeface="Georgia" panose="02040502050405020303" pitchFamily="18" charset="0"/>
              </a:rPr>
              <a:t>*Performance Feedback: </a:t>
            </a:r>
            <a:r>
              <a:rPr lang="en-US" sz="1600" dirty="0">
                <a:latin typeface="Georgia" panose="02040502050405020303" pitchFamily="18" charset="0"/>
              </a:rPr>
              <a:t>Regular evaluation and improvement planning</a:t>
            </a:r>
          </a:p>
        </p:txBody>
      </p:sp>
      <p:pic>
        <p:nvPicPr>
          <p:cNvPr id="8" name="Audio Recording Jul 23, 2025 at 3:54:50 PM">
            <a:hlinkClick r:id="" action="ppaction://media"/>
            <a:extLst>
              <a:ext uri="{FF2B5EF4-FFF2-40B4-BE49-F238E27FC236}">
                <a16:creationId xmlns:a16="http://schemas.microsoft.com/office/drawing/2014/main" id="{BEE6ED7B-31D0-15C2-84C8-C250CEE56C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53252" y="76864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8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9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72F7-07F7-8691-3CA9-4923FEBF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67" y="432529"/>
            <a:ext cx="10058400" cy="1371600"/>
          </a:xfrm>
        </p:spPr>
        <p:txBody>
          <a:bodyPr/>
          <a:lstStyle/>
          <a:p>
            <a:r>
              <a:rPr lang="en-US" dirty="0"/>
              <a:t>              Implementation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C74F28-F0A6-5C26-51B4-F96F7951F2FD}"/>
              </a:ext>
            </a:extLst>
          </p:cNvPr>
          <p:cNvSpPr/>
          <p:nvPr/>
        </p:nvSpPr>
        <p:spPr>
          <a:xfrm>
            <a:off x="691978" y="1804129"/>
            <a:ext cx="4535424" cy="463600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Georgia" panose="02040502050405020303" pitchFamily="18" charset="0"/>
              </a:rPr>
              <a:t>          </a:t>
            </a:r>
            <a:r>
              <a:rPr lang="en-US" sz="2400" b="1" dirty="0">
                <a:latin typeface="Georgia" panose="02040502050405020303" pitchFamily="18" charset="0"/>
              </a:rPr>
              <a:t>Quality Assurance</a:t>
            </a:r>
          </a:p>
          <a:p>
            <a:endParaRPr lang="en-US" b="1" dirty="0">
              <a:latin typeface="Georgia" panose="02040502050405020303" pitchFamily="18" charset="0"/>
            </a:endParaRPr>
          </a:p>
          <a:p>
            <a:r>
              <a:rPr lang="en-US" i="1" dirty="0">
                <a:latin typeface="Georgia" panose="02040502050405020303" pitchFamily="18" charset="0"/>
              </a:rPr>
              <a:t>*Patron Feedback:</a:t>
            </a:r>
            <a:r>
              <a:rPr lang="en-US" dirty="0">
                <a:latin typeface="Georgia" panose="02040502050405020303" pitchFamily="18" charset="0"/>
              </a:rPr>
              <a:t> Regular surveys and comment opportunities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i="1" dirty="0">
                <a:latin typeface="Georgia" panose="02040502050405020303" pitchFamily="18" charset="0"/>
              </a:rPr>
              <a:t>*Staff Observations</a:t>
            </a:r>
            <a:r>
              <a:rPr lang="en-US" dirty="0">
                <a:latin typeface="Georgia" panose="02040502050405020303" pitchFamily="18" charset="0"/>
              </a:rPr>
              <a:t>: Periodic evaluation of patron interactions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i="1" dirty="0">
                <a:latin typeface="Georgia" panose="02040502050405020303" pitchFamily="18" charset="0"/>
              </a:rPr>
              <a:t>*Service Metrics</a:t>
            </a:r>
            <a:r>
              <a:rPr lang="en-US" dirty="0">
                <a:latin typeface="Georgia" panose="02040502050405020303" pitchFamily="18" charset="0"/>
              </a:rPr>
              <a:t>: Tracking satisfaction and efficiency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i="1" dirty="0">
                <a:latin typeface="Georgia" panose="02040502050405020303" pitchFamily="18" charset="0"/>
              </a:rPr>
              <a:t>*Continuous Improvement: </a:t>
            </a:r>
            <a:r>
              <a:rPr lang="en-US" dirty="0">
                <a:latin typeface="Georgia" panose="02040502050405020303" pitchFamily="18" charset="0"/>
              </a:rPr>
              <a:t>Regular policy and procedure updates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EB9A91-65B5-068F-CBE1-0EDFC99A9FD2}"/>
              </a:ext>
            </a:extLst>
          </p:cNvPr>
          <p:cNvSpPr/>
          <p:nvPr/>
        </p:nvSpPr>
        <p:spPr>
          <a:xfrm>
            <a:off x="6478565" y="1865955"/>
            <a:ext cx="4535424" cy="463600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>
              <a:latin typeface="Georgia" panose="02040502050405020303" pitchFamily="18" charset="0"/>
            </a:endParaRPr>
          </a:p>
          <a:p>
            <a:r>
              <a:rPr lang="en-US" sz="2400" b="1" dirty="0">
                <a:latin typeface="Georgia" panose="02040502050405020303" pitchFamily="18" charset="0"/>
              </a:rPr>
              <a:t>  Emergency Procedures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r>
              <a:rPr lang="en-US" sz="1700" dirty="0">
                <a:latin typeface="Georgia" panose="02040502050405020303" pitchFamily="18" charset="0"/>
              </a:rPr>
              <a:t>Staff should be prepared for:</a:t>
            </a:r>
          </a:p>
          <a:p>
            <a:endParaRPr lang="en-US" sz="1700" dirty="0">
              <a:latin typeface="Georgia" panose="02040502050405020303" pitchFamily="18" charset="0"/>
            </a:endParaRPr>
          </a:p>
          <a:p>
            <a:r>
              <a:rPr lang="en-US" sz="1700" dirty="0">
                <a:latin typeface="Georgia" panose="02040502050405020303" pitchFamily="18" charset="0"/>
              </a:rPr>
              <a:t> *Medical emergencies in research spaces</a:t>
            </a:r>
          </a:p>
          <a:p>
            <a:endParaRPr lang="en-US" sz="1700" dirty="0">
              <a:latin typeface="Georgia" panose="02040502050405020303" pitchFamily="18" charset="0"/>
            </a:endParaRPr>
          </a:p>
          <a:p>
            <a:r>
              <a:rPr lang="en-US" sz="1700" dirty="0">
                <a:latin typeface="Georgia" panose="02040502050405020303" pitchFamily="18" charset="0"/>
              </a:rPr>
              <a:t> *Technology failures during patron visits</a:t>
            </a:r>
          </a:p>
          <a:p>
            <a:endParaRPr lang="en-US" sz="1700" dirty="0">
              <a:latin typeface="Georgia" panose="02040502050405020303" pitchFamily="18" charset="0"/>
            </a:endParaRPr>
          </a:p>
          <a:p>
            <a:r>
              <a:rPr lang="en-US" sz="1700" dirty="0">
                <a:latin typeface="Georgia" panose="02040502050405020303" pitchFamily="18" charset="0"/>
              </a:rPr>
              <a:t> *Difficult patron situations requiring intervention</a:t>
            </a:r>
          </a:p>
          <a:p>
            <a:endParaRPr lang="en-US" sz="1700" dirty="0">
              <a:latin typeface="Georgia" panose="02040502050405020303" pitchFamily="18" charset="0"/>
            </a:endParaRPr>
          </a:p>
          <a:p>
            <a:r>
              <a:rPr lang="en-US" sz="1700" dirty="0">
                <a:latin typeface="Georgia" panose="02040502050405020303" pitchFamily="18" charset="0"/>
              </a:rPr>
              <a:t> *Natural disasters or building emergencies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8" name="Audio Recording Jul 23, 2025 at 4:01:01 PM">
            <a:hlinkClick r:id="" action="ppaction://media"/>
            <a:extLst>
              <a:ext uri="{FF2B5EF4-FFF2-40B4-BE49-F238E27FC236}">
                <a16:creationId xmlns:a16="http://schemas.microsoft.com/office/drawing/2014/main" id="{9EF5F816-E400-95AA-9302-A3455DFECC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46277" y="65817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6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9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BC18AD-2796-600F-5D21-CCC5FE4D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                  Thank You!</a:t>
            </a:r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C452EC48-7A04-6A3C-4B19-57F49F752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693179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Audio Recording Jul 23, 2025 at 3:44:57 PM">
            <a:hlinkClick r:id="" action="ppaction://media"/>
            <a:extLst>
              <a:ext uri="{FF2B5EF4-FFF2-40B4-BE49-F238E27FC236}">
                <a16:creationId xmlns:a16="http://schemas.microsoft.com/office/drawing/2014/main" id="{C24CC348-69E0-5FD6-CF1A-B980909512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473876" y="522563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6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81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23339</TotalTime>
  <Words>910</Words>
  <Application>Microsoft Macintosh PowerPoint</Application>
  <PresentationFormat>Widescreen</PresentationFormat>
  <Paragraphs>222</Paragraphs>
  <Slides>22</Slides>
  <Notes>5</Notes>
  <HiddenSlides>0</HiddenSlides>
  <MMClips>22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Aparajita</vt:lpstr>
      <vt:lpstr>Aptos</vt:lpstr>
      <vt:lpstr>Century Gothic</vt:lpstr>
      <vt:lpstr>Garamond</vt:lpstr>
      <vt:lpstr>Georgia</vt:lpstr>
      <vt:lpstr>Savon</vt:lpstr>
      <vt:lpstr>Patron Relations</vt:lpstr>
      <vt:lpstr>Learning Objectives</vt:lpstr>
      <vt:lpstr>Patron Orientation Process</vt:lpstr>
      <vt:lpstr>  Navigation Assistance</vt:lpstr>
      <vt:lpstr>Finding Aids and Research Tools</vt:lpstr>
      <vt:lpstr>Digital Catalog Systems</vt:lpstr>
      <vt:lpstr>Patron Technology Support</vt:lpstr>
      <vt:lpstr>Digital Preservation Awareness</vt:lpstr>
      <vt:lpstr>Implementing Technology Training </vt:lpstr>
      <vt:lpstr>Understanding Accessibility Needs</vt:lpstr>
      <vt:lpstr>          Physical Accessibility</vt:lpstr>
      <vt:lpstr>Digital Accessibility</vt:lpstr>
      <vt:lpstr>Inclusive Service Approaches</vt:lpstr>
      <vt:lpstr>            Cultural Sensitivity</vt:lpstr>
      <vt:lpstr>Professional Communication</vt:lpstr>
      <vt:lpstr>Managing Patron       Expectations</vt:lpstr>
      <vt:lpstr>    Handling Difficult Situations</vt:lpstr>
      <vt:lpstr>      De-escalation Strategies </vt:lpstr>
      <vt:lpstr>  Building Positive Relationships</vt:lpstr>
      <vt:lpstr>              Implementation</vt:lpstr>
      <vt:lpstr>              Implementation</vt:lpstr>
      <vt:lpstr>        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Hutchinson, Amanda</dc:creator>
  <cp:lastModifiedBy>Hutchinson, Amanda</cp:lastModifiedBy>
  <cp:revision>68</cp:revision>
  <dcterms:created xsi:type="dcterms:W3CDTF">2025-07-07T16:40:42Z</dcterms:created>
  <dcterms:modified xsi:type="dcterms:W3CDTF">2026-09-22T16:14:12Z</dcterms:modified>
</cp:coreProperties>
</file>